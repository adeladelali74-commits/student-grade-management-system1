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LRV83uFMZlp1Kd132vZGotm6G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0" name="Google Shape;8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5" name="Google Shape;10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8" name="Google Shape;13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4" name="Google Shape;16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5" name="Google Shape;19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5" name="Google Shape;2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0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Google Shape;24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2" name="Google Shape;24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09585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21917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82875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243833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304792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365750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26709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87667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48626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609584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70543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731501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792460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853418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914377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975335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1036294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1097252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1158211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609585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121917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182875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243833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304792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365750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426709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487667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548626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609584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670543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731501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792460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853418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914377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975335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1036294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1097252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1158211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"/>
          <p:cNvSpPr/>
          <p:nvPr/>
        </p:nvSpPr>
        <p:spPr>
          <a:xfrm>
            <a:off x="609585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121917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182875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243833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304792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365750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426709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487667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/>
          <p:nvPr/>
        </p:nvSpPr>
        <p:spPr>
          <a:xfrm>
            <a:off x="548626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609584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"/>
          <p:cNvSpPr/>
          <p:nvPr/>
        </p:nvSpPr>
        <p:spPr>
          <a:xfrm>
            <a:off x="670543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"/>
          <p:cNvSpPr/>
          <p:nvPr/>
        </p:nvSpPr>
        <p:spPr>
          <a:xfrm>
            <a:off x="731501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"/>
          <p:cNvSpPr/>
          <p:nvPr/>
        </p:nvSpPr>
        <p:spPr>
          <a:xfrm>
            <a:off x="792460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"/>
          <p:cNvSpPr/>
          <p:nvPr/>
        </p:nvSpPr>
        <p:spPr>
          <a:xfrm>
            <a:off x="853418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"/>
          <p:cNvSpPr/>
          <p:nvPr/>
        </p:nvSpPr>
        <p:spPr>
          <a:xfrm>
            <a:off x="914377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975335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"/>
          <p:cNvSpPr/>
          <p:nvPr/>
        </p:nvSpPr>
        <p:spPr>
          <a:xfrm>
            <a:off x="1036294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1097252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"/>
          <p:cNvSpPr/>
          <p:nvPr/>
        </p:nvSpPr>
        <p:spPr>
          <a:xfrm>
            <a:off x="1158211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"/>
          <p:cNvSpPr/>
          <p:nvPr/>
        </p:nvSpPr>
        <p:spPr>
          <a:xfrm>
            <a:off x="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"/>
          <p:cNvSpPr/>
          <p:nvPr/>
        </p:nvSpPr>
        <p:spPr>
          <a:xfrm>
            <a:off x="609585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"/>
          <p:cNvSpPr/>
          <p:nvPr/>
        </p:nvSpPr>
        <p:spPr>
          <a:xfrm>
            <a:off x="121917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"/>
          <p:cNvSpPr/>
          <p:nvPr/>
        </p:nvSpPr>
        <p:spPr>
          <a:xfrm>
            <a:off x="182875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"/>
          <p:cNvSpPr/>
          <p:nvPr/>
        </p:nvSpPr>
        <p:spPr>
          <a:xfrm>
            <a:off x="243833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"/>
          <p:cNvSpPr/>
          <p:nvPr/>
        </p:nvSpPr>
        <p:spPr>
          <a:xfrm>
            <a:off x="304792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"/>
          <p:cNvSpPr/>
          <p:nvPr/>
        </p:nvSpPr>
        <p:spPr>
          <a:xfrm>
            <a:off x="365750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"/>
          <p:cNvSpPr/>
          <p:nvPr/>
        </p:nvSpPr>
        <p:spPr>
          <a:xfrm>
            <a:off x="426709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"/>
          <p:cNvSpPr/>
          <p:nvPr/>
        </p:nvSpPr>
        <p:spPr>
          <a:xfrm>
            <a:off x="487667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548626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609584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670543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731501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792460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853418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914377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975335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1036294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1097252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1158211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609585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121917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182875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243833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304792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365750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426709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487667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548626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609584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670543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"/>
          <p:cNvSpPr/>
          <p:nvPr/>
        </p:nvSpPr>
        <p:spPr>
          <a:xfrm>
            <a:off x="731501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792460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853418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914377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"/>
          <p:cNvSpPr/>
          <p:nvPr/>
        </p:nvSpPr>
        <p:spPr>
          <a:xfrm>
            <a:off x="975335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"/>
          <p:cNvSpPr/>
          <p:nvPr/>
        </p:nvSpPr>
        <p:spPr>
          <a:xfrm>
            <a:off x="1036294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"/>
          <p:cNvSpPr/>
          <p:nvPr/>
        </p:nvSpPr>
        <p:spPr>
          <a:xfrm>
            <a:off x="1097252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1158211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"/>
          <p:cNvSpPr/>
          <p:nvPr/>
        </p:nvSpPr>
        <p:spPr>
          <a:xfrm>
            <a:off x="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"/>
          <p:cNvSpPr/>
          <p:nvPr/>
        </p:nvSpPr>
        <p:spPr>
          <a:xfrm>
            <a:off x="609585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121917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"/>
          <p:cNvSpPr/>
          <p:nvPr/>
        </p:nvSpPr>
        <p:spPr>
          <a:xfrm>
            <a:off x="182875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"/>
          <p:cNvSpPr/>
          <p:nvPr/>
        </p:nvSpPr>
        <p:spPr>
          <a:xfrm>
            <a:off x="243833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"/>
          <p:cNvSpPr/>
          <p:nvPr/>
        </p:nvSpPr>
        <p:spPr>
          <a:xfrm>
            <a:off x="304792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"/>
          <p:cNvSpPr/>
          <p:nvPr/>
        </p:nvSpPr>
        <p:spPr>
          <a:xfrm>
            <a:off x="365750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"/>
          <p:cNvSpPr/>
          <p:nvPr/>
        </p:nvSpPr>
        <p:spPr>
          <a:xfrm>
            <a:off x="426709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"/>
          <p:cNvSpPr/>
          <p:nvPr/>
        </p:nvSpPr>
        <p:spPr>
          <a:xfrm>
            <a:off x="487667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"/>
          <p:cNvSpPr/>
          <p:nvPr/>
        </p:nvSpPr>
        <p:spPr>
          <a:xfrm>
            <a:off x="548626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"/>
          <p:cNvSpPr/>
          <p:nvPr/>
        </p:nvSpPr>
        <p:spPr>
          <a:xfrm>
            <a:off x="609584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"/>
          <p:cNvSpPr/>
          <p:nvPr/>
        </p:nvSpPr>
        <p:spPr>
          <a:xfrm>
            <a:off x="670543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"/>
          <p:cNvSpPr/>
          <p:nvPr/>
        </p:nvSpPr>
        <p:spPr>
          <a:xfrm>
            <a:off x="731501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"/>
          <p:cNvSpPr/>
          <p:nvPr/>
        </p:nvSpPr>
        <p:spPr>
          <a:xfrm>
            <a:off x="792460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"/>
          <p:cNvSpPr/>
          <p:nvPr/>
        </p:nvSpPr>
        <p:spPr>
          <a:xfrm>
            <a:off x="853418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"/>
          <p:cNvSpPr/>
          <p:nvPr/>
        </p:nvSpPr>
        <p:spPr>
          <a:xfrm>
            <a:off x="914377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"/>
          <p:cNvSpPr/>
          <p:nvPr/>
        </p:nvSpPr>
        <p:spPr>
          <a:xfrm>
            <a:off x="975335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"/>
          <p:cNvSpPr/>
          <p:nvPr/>
        </p:nvSpPr>
        <p:spPr>
          <a:xfrm>
            <a:off x="1036294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"/>
          <p:cNvSpPr/>
          <p:nvPr/>
        </p:nvSpPr>
        <p:spPr>
          <a:xfrm>
            <a:off x="1097252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"/>
          <p:cNvSpPr/>
          <p:nvPr/>
        </p:nvSpPr>
        <p:spPr>
          <a:xfrm>
            <a:off x="1158211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"/>
          <p:cNvSpPr/>
          <p:nvPr/>
        </p:nvSpPr>
        <p:spPr>
          <a:xfrm>
            <a:off x="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"/>
          <p:cNvSpPr/>
          <p:nvPr/>
        </p:nvSpPr>
        <p:spPr>
          <a:xfrm>
            <a:off x="609585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"/>
          <p:cNvSpPr/>
          <p:nvPr/>
        </p:nvSpPr>
        <p:spPr>
          <a:xfrm>
            <a:off x="121917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"/>
          <p:cNvSpPr/>
          <p:nvPr/>
        </p:nvSpPr>
        <p:spPr>
          <a:xfrm>
            <a:off x="182875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"/>
          <p:cNvSpPr/>
          <p:nvPr/>
        </p:nvSpPr>
        <p:spPr>
          <a:xfrm>
            <a:off x="243833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"/>
          <p:cNvSpPr/>
          <p:nvPr/>
        </p:nvSpPr>
        <p:spPr>
          <a:xfrm>
            <a:off x="304792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"/>
          <p:cNvSpPr/>
          <p:nvPr/>
        </p:nvSpPr>
        <p:spPr>
          <a:xfrm>
            <a:off x="365750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426709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"/>
          <p:cNvSpPr/>
          <p:nvPr/>
        </p:nvSpPr>
        <p:spPr>
          <a:xfrm>
            <a:off x="487667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"/>
          <p:cNvSpPr/>
          <p:nvPr/>
        </p:nvSpPr>
        <p:spPr>
          <a:xfrm>
            <a:off x="548626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"/>
          <p:cNvSpPr/>
          <p:nvPr/>
        </p:nvSpPr>
        <p:spPr>
          <a:xfrm>
            <a:off x="609584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"/>
          <p:cNvSpPr/>
          <p:nvPr/>
        </p:nvSpPr>
        <p:spPr>
          <a:xfrm>
            <a:off x="670543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"/>
          <p:cNvSpPr/>
          <p:nvPr/>
        </p:nvSpPr>
        <p:spPr>
          <a:xfrm>
            <a:off x="731501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"/>
          <p:cNvSpPr/>
          <p:nvPr/>
        </p:nvSpPr>
        <p:spPr>
          <a:xfrm>
            <a:off x="792460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"/>
          <p:cNvSpPr/>
          <p:nvPr/>
        </p:nvSpPr>
        <p:spPr>
          <a:xfrm>
            <a:off x="853418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"/>
          <p:cNvSpPr/>
          <p:nvPr/>
        </p:nvSpPr>
        <p:spPr>
          <a:xfrm>
            <a:off x="914377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"/>
          <p:cNvSpPr/>
          <p:nvPr/>
        </p:nvSpPr>
        <p:spPr>
          <a:xfrm>
            <a:off x="975335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1036294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"/>
          <p:cNvSpPr/>
          <p:nvPr/>
        </p:nvSpPr>
        <p:spPr>
          <a:xfrm>
            <a:off x="1097252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"/>
          <p:cNvSpPr/>
          <p:nvPr/>
        </p:nvSpPr>
        <p:spPr>
          <a:xfrm>
            <a:off x="1158211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"/>
          <p:cNvSpPr/>
          <p:nvPr/>
        </p:nvSpPr>
        <p:spPr>
          <a:xfrm>
            <a:off x="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"/>
          <p:cNvSpPr/>
          <p:nvPr/>
        </p:nvSpPr>
        <p:spPr>
          <a:xfrm>
            <a:off x="609585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"/>
          <p:cNvSpPr/>
          <p:nvPr/>
        </p:nvSpPr>
        <p:spPr>
          <a:xfrm>
            <a:off x="121917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"/>
          <p:cNvSpPr/>
          <p:nvPr/>
        </p:nvSpPr>
        <p:spPr>
          <a:xfrm>
            <a:off x="182875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"/>
          <p:cNvSpPr/>
          <p:nvPr/>
        </p:nvSpPr>
        <p:spPr>
          <a:xfrm>
            <a:off x="243833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"/>
          <p:cNvSpPr/>
          <p:nvPr/>
        </p:nvSpPr>
        <p:spPr>
          <a:xfrm>
            <a:off x="304792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"/>
          <p:cNvSpPr/>
          <p:nvPr/>
        </p:nvSpPr>
        <p:spPr>
          <a:xfrm>
            <a:off x="365750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"/>
          <p:cNvSpPr/>
          <p:nvPr/>
        </p:nvSpPr>
        <p:spPr>
          <a:xfrm>
            <a:off x="426709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"/>
          <p:cNvSpPr/>
          <p:nvPr/>
        </p:nvSpPr>
        <p:spPr>
          <a:xfrm>
            <a:off x="487667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"/>
          <p:cNvSpPr/>
          <p:nvPr/>
        </p:nvSpPr>
        <p:spPr>
          <a:xfrm>
            <a:off x="548626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"/>
          <p:cNvSpPr/>
          <p:nvPr/>
        </p:nvSpPr>
        <p:spPr>
          <a:xfrm>
            <a:off x="609584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"/>
          <p:cNvSpPr/>
          <p:nvPr/>
        </p:nvSpPr>
        <p:spPr>
          <a:xfrm>
            <a:off x="670543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"/>
          <p:cNvSpPr/>
          <p:nvPr/>
        </p:nvSpPr>
        <p:spPr>
          <a:xfrm>
            <a:off x="731501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"/>
          <p:cNvSpPr/>
          <p:nvPr/>
        </p:nvSpPr>
        <p:spPr>
          <a:xfrm>
            <a:off x="792460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"/>
          <p:cNvSpPr/>
          <p:nvPr/>
        </p:nvSpPr>
        <p:spPr>
          <a:xfrm>
            <a:off x="853418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"/>
          <p:cNvSpPr/>
          <p:nvPr/>
        </p:nvSpPr>
        <p:spPr>
          <a:xfrm>
            <a:off x="914377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"/>
          <p:cNvSpPr/>
          <p:nvPr/>
        </p:nvSpPr>
        <p:spPr>
          <a:xfrm>
            <a:off x="975335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"/>
          <p:cNvSpPr/>
          <p:nvPr/>
        </p:nvSpPr>
        <p:spPr>
          <a:xfrm>
            <a:off x="1036294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"/>
          <p:cNvSpPr/>
          <p:nvPr/>
        </p:nvSpPr>
        <p:spPr>
          <a:xfrm>
            <a:off x="1097252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"/>
          <p:cNvSpPr/>
          <p:nvPr/>
        </p:nvSpPr>
        <p:spPr>
          <a:xfrm>
            <a:off x="1158211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"/>
          <p:cNvSpPr/>
          <p:nvPr/>
        </p:nvSpPr>
        <p:spPr>
          <a:xfrm>
            <a:off x="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"/>
          <p:cNvSpPr/>
          <p:nvPr/>
        </p:nvSpPr>
        <p:spPr>
          <a:xfrm>
            <a:off x="609585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"/>
          <p:cNvSpPr/>
          <p:nvPr/>
        </p:nvSpPr>
        <p:spPr>
          <a:xfrm>
            <a:off x="121917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"/>
          <p:cNvSpPr/>
          <p:nvPr/>
        </p:nvSpPr>
        <p:spPr>
          <a:xfrm>
            <a:off x="182875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"/>
          <p:cNvSpPr/>
          <p:nvPr/>
        </p:nvSpPr>
        <p:spPr>
          <a:xfrm>
            <a:off x="243833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"/>
          <p:cNvSpPr/>
          <p:nvPr/>
        </p:nvSpPr>
        <p:spPr>
          <a:xfrm>
            <a:off x="304792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"/>
          <p:cNvSpPr/>
          <p:nvPr/>
        </p:nvSpPr>
        <p:spPr>
          <a:xfrm>
            <a:off x="365750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"/>
          <p:cNvSpPr/>
          <p:nvPr/>
        </p:nvSpPr>
        <p:spPr>
          <a:xfrm>
            <a:off x="426709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"/>
          <p:cNvSpPr/>
          <p:nvPr/>
        </p:nvSpPr>
        <p:spPr>
          <a:xfrm>
            <a:off x="487667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"/>
          <p:cNvSpPr/>
          <p:nvPr/>
        </p:nvSpPr>
        <p:spPr>
          <a:xfrm>
            <a:off x="548626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"/>
          <p:cNvSpPr/>
          <p:nvPr/>
        </p:nvSpPr>
        <p:spPr>
          <a:xfrm>
            <a:off x="609584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"/>
          <p:cNvSpPr/>
          <p:nvPr/>
        </p:nvSpPr>
        <p:spPr>
          <a:xfrm>
            <a:off x="670543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"/>
          <p:cNvSpPr/>
          <p:nvPr/>
        </p:nvSpPr>
        <p:spPr>
          <a:xfrm>
            <a:off x="731501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"/>
          <p:cNvSpPr/>
          <p:nvPr/>
        </p:nvSpPr>
        <p:spPr>
          <a:xfrm>
            <a:off x="792460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"/>
          <p:cNvSpPr/>
          <p:nvPr/>
        </p:nvSpPr>
        <p:spPr>
          <a:xfrm>
            <a:off x="853418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"/>
          <p:cNvSpPr/>
          <p:nvPr/>
        </p:nvSpPr>
        <p:spPr>
          <a:xfrm>
            <a:off x="914377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"/>
          <p:cNvSpPr/>
          <p:nvPr/>
        </p:nvSpPr>
        <p:spPr>
          <a:xfrm>
            <a:off x="975335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"/>
          <p:cNvSpPr/>
          <p:nvPr/>
        </p:nvSpPr>
        <p:spPr>
          <a:xfrm>
            <a:off x="1036294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"/>
          <p:cNvSpPr/>
          <p:nvPr/>
        </p:nvSpPr>
        <p:spPr>
          <a:xfrm>
            <a:off x="1097252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"/>
          <p:cNvSpPr/>
          <p:nvPr/>
        </p:nvSpPr>
        <p:spPr>
          <a:xfrm>
            <a:off x="1158211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"/>
          <p:cNvSpPr/>
          <p:nvPr/>
        </p:nvSpPr>
        <p:spPr>
          <a:xfrm>
            <a:off x="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"/>
          <p:cNvSpPr/>
          <p:nvPr/>
        </p:nvSpPr>
        <p:spPr>
          <a:xfrm>
            <a:off x="609585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"/>
          <p:cNvSpPr/>
          <p:nvPr/>
        </p:nvSpPr>
        <p:spPr>
          <a:xfrm>
            <a:off x="121917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"/>
          <p:cNvSpPr/>
          <p:nvPr/>
        </p:nvSpPr>
        <p:spPr>
          <a:xfrm>
            <a:off x="182875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"/>
          <p:cNvSpPr/>
          <p:nvPr/>
        </p:nvSpPr>
        <p:spPr>
          <a:xfrm>
            <a:off x="243833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"/>
          <p:cNvSpPr/>
          <p:nvPr/>
        </p:nvSpPr>
        <p:spPr>
          <a:xfrm>
            <a:off x="304792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"/>
          <p:cNvSpPr/>
          <p:nvPr/>
        </p:nvSpPr>
        <p:spPr>
          <a:xfrm>
            <a:off x="365750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"/>
          <p:cNvSpPr/>
          <p:nvPr/>
        </p:nvSpPr>
        <p:spPr>
          <a:xfrm>
            <a:off x="426709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"/>
          <p:cNvSpPr/>
          <p:nvPr/>
        </p:nvSpPr>
        <p:spPr>
          <a:xfrm>
            <a:off x="487667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"/>
          <p:cNvSpPr/>
          <p:nvPr/>
        </p:nvSpPr>
        <p:spPr>
          <a:xfrm>
            <a:off x="548626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"/>
          <p:cNvSpPr/>
          <p:nvPr/>
        </p:nvSpPr>
        <p:spPr>
          <a:xfrm>
            <a:off x="609584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"/>
          <p:cNvSpPr/>
          <p:nvPr/>
        </p:nvSpPr>
        <p:spPr>
          <a:xfrm>
            <a:off x="670543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"/>
          <p:cNvSpPr/>
          <p:nvPr/>
        </p:nvSpPr>
        <p:spPr>
          <a:xfrm>
            <a:off x="731501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"/>
          <p:cNvSpPr/>
          <p:nvPr/>
        </p:nvSpPr>
        <p:spPr>
          <a:xfrm>
            <a:off x="792460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"/>
          <p:cNvSpPr/>
          <p:nvPr/>
        </p:nvSpPr>
        <p:spPr>
          <a:xfrm>
            <a:off x="853418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"/>
          <p:cNvSpPr/>
          <p:nvPr/>
        </p:nvSpPr>
        <p:spPr>
          <a:xfrm>
            <a:off x="914377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"/>
          <p:cNvSpPr/>
          <p:nvPr/>
        </p:nvSpPr>
        <p:spPr>
          <a:xfrm>
            <a:off x="975335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"/>
          <p:cNvSpPr/>
          <p:nvPr/>
        </p:nvSpPr>
        <p:spPr>
          <a:xfrm>
            <a:off x="1036294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"/>
          <p:cNvSpPr/>
          <p:nvPr/>
        </p:nvSpPr>
        <p:spPr>
          <a:xfrm>
            <a:off x="1097252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"/>
          <p:cNvSpPr/>
          <p:nvPr/>
        </p:nvSpPr>
        <p:spPr>
          <a:xfrm>
            <a:off x="1158211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"/>
          <p:cNvSpPr/>
          <p:nvPr/>
        </p:nvSpPr>
        <p:spPr>
          <a:xfrm>
            <a:off x="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"/>
          <p:cNvSpPr/>
          <p:nvPr/>
        </p:nvSpPr>
        <p:spPr>
          <a:xfrm>
            <a:off x="609585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"/>
          <p:cNvSpPr/>
          <p:nvPr/>
        </p:nvSpPr>
        <p:spPr>
          <a:xfrm>
            <a:off x="121917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"/>
          <p:cNvSpPr/>
          <p:nvPr/>
        </p:nvSpPr>
        <p:spPr>
          <a:xfrm>
            <a:off x="182875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"/>
          <p:cNvSpPr/>
          <p:nvPr/>
        </p:nvSpPr>
        <p:spPr>
          <a:xfrm>
            <a:off x="243833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"/>
          <p:cNvSpPr/>
          <p:nvPr/>
        </p:nvSpPr>
        <p:spPr>
          <a:xfrm>
            <a:off x="304792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"/>
          <p:cNvSpPr/>
          <p:nvPr/>
        </p:nvSpPr>
        <p:spPr>
          <a:xfrm>
            <a:off x="365750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"/>
          <p:cNvSpPr/>
          <p:nvPr/>
        </p:nvSpPr>
        <p:spPr>
          <a:xfrm>
            <a:off x="426709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"/>
          <p:cNvSpPr/>
          <p:nvPr/>
        </p:nvSpPr>
        <p:spPr>
          <a:xfrm>
            <a:off x="487667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"/>
          <p:cNvSpPr/>
          <p:nvPr/>
        </p:nvSpPr>
        <p:spPr>
          <a:xfrm>
            <a:off x="548626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"/>
          <p:cNvSpPr/>
          <p:nvPr/>
        </p:nvSpPr>
        <p:spPr>
          <a:xfrm>
            <a:off x="609584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"/>
          <p:cNvSpPr/>
          <p:nvPr/>
        </p:nvSpPr>
        <p:spPr>
          <a:xfrm>
            <a:off x="670543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"/>
          <p:cNvSpPr/>
          <p:nvPr/>
        </p:nvSpPr>
        <p:spPr>
          <a:xfrm>
            <a:off x="731501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"/>
          <p:cNvSpPr/>
          <p:nvPr/>
        </p:nvSpPr>
        <p:spPr>
          <a:xfrm>
            <a:off x="792460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"/>
          <p:cNvSpPr/>
          <p:nvPr/>
        </p:nvSpPr>
        <p:spPr>
          <a:xfrm>
            <a:off x="853418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"/>
          <p:cNvSpPr/>
          <p:nvPr/>
        </p:nvSpPr>
        <p:spPr>
          <a:xfrm>
            <a:off x="914377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"/>
          <p:cNvSpPr/>
          <p:nvPr/>
        </p:nvSpPr>
        <p:spPr>
          <a:xfrm>
            <a:off x="975335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"/>
          <p:cNvSpPr/>
          <p:nvPr/>
        </p:nvSpPr>
        <p:spPr>
          <a:xfrm>
            <a:off x="1036294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"/>
          <p:cNvSpPr/>
          <p:nvPr/>
        </p:nvSpPr>
        <p:spPr>
          <a:xfrm>
            <a:off x="1097252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"/>
          <p:cNvSpPr/>
          <p:nvPr/>
        </p:nvSpPr>
        <p:spPr>
          <a:xfrm>
            <a:off x="1158211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"/>
          <p:cNvSpPr/>
          <p:nvPr/>
        </p:nvSpPr>
        <p:spPr>
          <a:xfrm>
            <a:off x="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"/>
          <p:cNvSpPr/>
          <p:nvPr/>
        </p:nvSpPr>
        <p:spPr>
          <a:xfrm>
            <a:off x="609585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"/>
          <p:cNvSpPr/>
          <p:nvPr/>
        </p:nvSpPr>
        <p:spPr>
          <a:xfrm>
            <a:off x="121917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"/>
          <p:cNvSpPr/>
          <p:nvPr/>
        </p:nvSpPr>
        <p:spPr>
          <a:xfrm>
            <a:off x="182875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"/>
          <p:cNvSpPr/>
          <p:nvPr/>
        </p:nvSpPr>
        <p:spPr>
          <a:xfrm>
            <a:off x="243833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"/>
          <p:cNvSpPr/>
          <p:nvPr/>
        </p:nvSpPr>
        <p:spPr>
          <a:xfrm>
            <a:off x="304792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"/>
          <p:cNvSpPr/>
          <p:nvPr/>
        </p:nvSpPr>
        <p:spPr>
          <a:xfrm>
            <a:off x="365750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"/>
          <p:cNvSpPr/>
          <p:nvPr/>
        </p:nvSpPr>
        <p:spPr>
          <a:xfrm>
            <a:off x="426709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"/>
          <p:cNvSpPr/>
          <p:nvPr/>
        </p:nvSpPr>
        <p:spPr>
          <a:xfrm>
            <a:off x="487667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"/>
          <p:cNvSpPr/>
          <p:nvPr/>
        </p:nvSpPr>
        <p:spPr>
          <a:xfrm>
            <a:off x="548626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"/>
          <p:cNvSpPr/>
          <p:nvPr/>
        </p:nvSpPr>
        <p:spPr>
          <a:xfrm>
            <a:off x="609584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"/>
          <p:cNvSpPr/>
          <p:nvPr/>
        </p:nvSpPr>
        <p:spPr>
          <a:xfrm>
            <a:off x="670543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"/>
          <p:cNvSpPr/>
          <p:nvPr/>
        </p:nvSpPr>
        <p:spPr>
          <a:xfrm>
            <a:off x="731501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"/>
          <p:cNvSpPr/>
          <p:nvPr/>
        </p:nvSpPr>
        <p:spPr>
          <a:xfrm>
            <a:off x="792460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"/>
          <p:cNvSpPr/>
          <p:nvPr/>
        </p:nvSpPr>
        <p:spPr>
          <a:xfrm>
            <a:off x="853418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"/>
          <p:cNvSpPr/>
          <p:nvPr/>
        </p:nvSpPr>
        <p:spPr>
          <a:xfrm>
            <a:off x="914377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"/>
          <p:cNvSpPr/>
          <p:nvPr/>
        </p:nvSpPr>
        <p:spPr>
          <a:xfrm>
            <a:off x="975335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"/>
          <p:cNvSpPr/>
          <p:nvPr/>
        </p:nvSpPr>
        <p:spPr>
          <a:xfrm>
            <a:off x="1036294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"/>
          <p:cNvSpPr/>
          <p:nvPr/>
        </p:nvSpPr>
        <p:spPr>
          <a:xfrm>
            <a:off x="1097252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"/>
          <p:cNvSpPr/>
          <p:nvPr/>
        </p:nvSpPr>
        <p:spPr>
          <a:xfrm>
            <a:off x="1158211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"/>
          <p:cNvSpPr/>
          <p:nvPr/>
        </p:nvSpPr>
        <p:spPr>
          <a:xfrm>
            <a:off x="457200" y="548640"/>
            <a:ext cx="54864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  <a:t>def get_valid_grade(subject):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  <a:t>    while True: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  <a:t>        try: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  <a:t>            grade = float(input(...))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  <a:t>            if 0 &lt;= grade &lt;= 100: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  <a:t>                return grade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  <a:t>def calculate_average(m,e,s,p):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  <a:t>    return (m+e+s+p) / 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  <a:t>def calculate_grade(average):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  <a:t>    if average &gt;= 90: return "A"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E3A5F"/>
                </a:solidFill>
                <a:latin typeface="Consolas"/>
                <a:ea typeface="Consolas"/>
                <a:cs typeface="Consolas"/>
                <a:sym typeface="Consolas"/>
              </a:rPr>
              <a:t>    elif average &gt;= 80: return "B"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STUDENT  GRADE  MANAGER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"/>
          <p:cNvSpPr/>
          <p:nvPr/>
        </p:nvSpPr>
        <p:spPr>
          <a:xfrm>
            <a:off x="7818120" y="1783080"/>
            <a:ext cx="3383280" cy="324612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bl" dir="5400000" dist="762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"/>
          <p:cNvSpPr/>
          <p:nvPr/>
        </p:nvSpPr>
        <p:spPr>
          <a:xfrm>
            <a:off x="7818120" y="1783080"/>
            <a:ext cx="3383280" cy="566928"/>
          </a:xfrm>
          <a:prstGeom prst="rect">
            <a:avLst/>
          </a:prstGeom>
          <a:solidFill>
            <a:srgbClr val="2E9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"/>
          <p:cNvSpPr/>
          <p:nvPr/>
        </p:nvSpPr>
        <p:spPr>
          <a:xfrm>
            <a:off x="7818120" y="1783080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 CARD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"/>
          <p:cNvSpPr/>
          <p:nvPr/>
        </p:nvSpPr>
        <p:spPr>
          <a:xfrm>
            <a:off x="8046720" y="2606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Math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"/>
          <p:cNvSpPr/>
          <p:nvPr/>
        </p:nvSpPr>
        <p:spPr>
          <a:xfrm>
            <a:off x="9235440" y="2688336"/>
            <a:ext cx="1325880" cy="146304"/>
          </a:xfrm>
          <a:prstGeom prst="roundRect">
            <a:avLst>
              <a:gd fmla="val 50000" name="adj"/>
            </a:avLst>
          </a:prstGeom>
          <a:solidFill>
            <a:srgbClr val="E7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"/>
          <p:cNvSpPr/>
          <p:nvPr/>
        </p:nvSpPr>
        <p:spPr>
          <a:xfrm>
            <a:off x="9235440" y="2688336"/>
            <a:ext cx="1259586" cy="146304"/>
          </a:xfrm>
          <a:prstGeom prst="roundRect">
            <a:avLst>
              <a:gd fmla="val 50000" name="adj"/>
            </a:avLst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"/>
          <p:cNvSpPr/>
          <p:nvPr/>
        </p:nvSpPr>
        <p:spPr>
          <a:xfrm>
            <a:off x="10607040" y="26060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95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"/>
          <p:cNvSpPr/>
          <p:nvPr/>
        </p:nvSpPr>
        <p:spPr>
          <a:xfrm>
            <a:off x="8046720" y="30632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English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"/>
          <p:cNvSpPr/>
          <p:nvPr/>
        </p:nvSpPr>
        <p:spPr>
          <a:xfrm>
            <a:off x="9235440" y="3145536"/>
            <a:ext cx="1325880" cy="146304"/>
          </a:xfrm>
          <a:prstGeom prst="roundRect">
            <a:avLst>
              <a:gd fmla="val 50000" name="adj"/>
            </a:avLst>
          </a:prstGeom>
          <a:solidFill>
            <a:srgbClr val="E7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"/>
          <p:cNvSpPr/>
          <p:nvPr/>
        </p:nvSpPr>
        <p:spPr>
          <a:xfrm>
            <a:off x="9235440" y="3145536"/>
            <a:ext cx="1087222" cy="146304"/>
          </a:xfrm>
          <a:prstGeom prst="roundRect">
            <a:avLst>
              <a:gd fmla="val 50000" name="adj"/>
            </a:avLst>
          </a:prstGeom>
          <a:solidFill>
            <a:srgbClr val="2E9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"/>
          <p:cNvSpPr/>
          <p:nvPr/>
        </p:nvSpPr>
        <p:spPr>
          <a:xfrm>
            <a:off x="10607040" y="3063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82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"/>
          <p:cNvSpPr/>
          <p:nvPr/>
        </p:nvSpPr>
        <p:spPr>
          <a:xfrm>
            <a:off x="8046720" y="35204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"/>
          <p:cNvSpPr/>
          <p:nvPr/>
        </p:nvSpPr>
        <p:spPr>
          <a:xfrm>
            <a:off x="9235440" y="3602736"/>
            <a:ext cx="1325880" cy="146304"/>
          </a:xfrm>
          <a:prstGeom prst="roundRect">
            <a:avLst>
              <a:gd fmla="val 50000" name="adj"/>
            </a:avLst>
          </a:prstGeom>
          <a:solidFill>
            <a:srgbClr val="E7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"/>
          <p:cNvSpPr/>
          <p:nvPr/>
        </p:nvSpPr>
        <p:spPr>
          <a:xfrm>
            <a:off x="9235440" y="3602736"/>
            <a:ext cx="1193292" cy="146304"/>
          </a:xfrm>
          <a:prstGeom prst="roundRect">
            <a:avLst>
              <a:gd fmla="val 50000" name="adj"/>
            </a:avLst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"/>
          <p:cNvSpPr/>
          <p:nvPr/>
        </p:nvSpPr>
        <p:spPr>
          <a:xfrm>
            <a:off x="10607040" y="35204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"/>
          <p:cNvSpPr/>
          <p:nvPr/>
        </p:nvSpPr>
        <p:spPr>
          <a:xfrm>
            <a:off x="8046720" y="39776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Programming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"/>
          <p:cNvSpPr/>
          <p:nvPr/>
        </p:nvSpPr>
        <p:spPr>
          <a:xfrm>
            <a:off x="9235440" y="4059936"/>
            <a:ext cx="1325880" cy="146304"/>
          </a:xfrm>
          <a:prstGeom prst="roundRect">
            <a:avLst>
              <a:gd fmla="val 50000" name="adj"/>
            </a:avLst>
          </a:prstGeom>
          <a:solidFill>
            <a:srgbClr val="E7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"/>
          <p:cNvSpPr/>
          <p:nvPr/>
        </p:nvSpPr>
        <p:spPr>
          <a:xfrm>
            <a:off x="9235440" y="4059936"/>
            <a:ext cx="1299362" cy="146304"/>
          </a:xfrm>
          <a:prstGeom prst="roundRect">
            <a:avLst>
              <a:gd fmla="val 50000" name="adj"/>
            </a:avLst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"/>
          <p:cNvSpPr/>
          <p:nvPr/>
        </p:nvSpPr>
        <p:spPr>
          <a:xfrm>
            <a:off x="10607040" y="39776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98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1"/>
          <p:cNvCxnSpPr/>
          <p:nvPr/>
        </p:nvCxnSpPr>
        <p:spPr>
          <a:xfrm>
            <a:off x="8046720" y="4480560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1"/>
          <p:cNvSpPr/>
          <p:nvPr/>
        </p:nvSpPr>
        <p:spPr>
          <a:xfrm>
            <a:off x="8046720" y="463600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Average  91.25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"/>
          <p:cNvSpPr/>
          <p:nvPr/>
        </p:nvSpPr>
        <p:spPr>
          <a:xfrm>
            <a:off x="10332720" y="4654296"/>
            <a:ext cx="384048" cy="384048"/>
          </a:xfrm>
          <a:prstGeom prst="ellipse">
            <a:avLst/>
          </a:prstGeom>
          <a:solidFill>
            <a:srgbClr val="2E9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"/>
          <p:cNvSpPr/>
          <p:nvPr/>
        </p:nvSpPr>
        <p:spPr>
          <a:xfrm>
            <a:off x="10332720" y="46542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"/>
          <p:cNvSpPr/>
          <p:nvPr/>
        </p:nvSpPr>
        <p:spPr>
          <a:xfrm>
            <a:off x="640080" y="5623560"/>
            <a:ext cx="5120640" cy="868680"/>
          </a:xfrm>
          <a:prstGeom prst="roundRect">
            <a:avLst>
              <a:gd fmla="val 8421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"/>
          <p:cNvSpPr/>
          <p:nvPr/>
        </p:nvSpPr>
        <p:spPr>
          <a:xfrm>
            <a:off x="868680" y="5623560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Python console program that stores each student's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ID, name and four subject grades.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"/>
          <p:cNvSpPr/>
          <p:nvPr/>
        </p:nvSpPr>
        <p:spPr>
          <a:xfrm>
            <a:off x="6400800" y="5623560"/>
            <a:ext cx="5120640" cy="868680"/>
          </a:xfrm>
          <a:prstGeom prst="roundRect">
            <a:avLst>
              <a:gd fmla="val 8421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"/>
          <p:cNvSpPr/>
          <p:nvPr/>
        </p:nvSpPr>
        <p:spPr>
          <a:xfrm>
            <a:off x="6629400" y="5623560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with functions, lists, dictionaries,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loops and input validation.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"/>
          <p:cNvSpPr/>
          <p:nvPr/>
        </p:nvSpPr>
        <p:spPr>
          <a:xfrm>
            <a:off x="640080" y="5074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9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A6690"/>
                </a:solidFill>
                <a:latin typeface="Consolas"/>
                <a:ea typeface="Consolas"/>
                <a:cs typeface="Consolas"/>
                <a:sym typeface="Consolas"/>
              </a:rPr>
              <a:t>FINAL_PROJECT_PYTHON.py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"/>
          <p:cNvSpPr/>
          <p:nvPr/>
        </p:nvSpPr>
        <p:spPr>
          <a:xfrm>
            <a:off x="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"/>
          <p:cNvSpPr/>
          <p:nvPr/>
        </p:nvSpPr>
        <p:spPr>
          <a:xfrm>
            <a:off x="609585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"/>
          <p:cNvSpPr/>
          <p:nvPr/>
        </p:nvSpPr>
        <p:spPr>
          <a:xfrm>
            <a:off x="121917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"/>
          <p:cNvSpPr/>
          <p:nvPr/>
        </p:nvSpPr>
        <p:spPr>
          <a:xfrm>
            <a:off x="182875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"/>
          <p:cNvSpPr/>
          <p:nvPr/>
        </p:nvSpPr>
        <p:spPr>
          <a:xfrm>
            <a:off x="243833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"/>
          <p:cNvSpPr/>
          <p:nvPr/>
        </p:nvSpPr>
        <p:spPr>
          <a:xfrm>
            <a:off x="304792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"/>
          <p:cNvSpPr/>
          <p:nvPr/>
        </p:nvSpPr>
        <p:spPr>
          <a:xfrm>
            <a:off x="365750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"/>
          <p:cNvSpPr/>
          <p:nvPr/>
        </p:nvSpPr>
        <p:spPr>
          <a:xfrm>
            <a:off x="426709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"/>
          <p:cNvSpPr/>
          <p:nvPr/>
        </p:nvSpPr>
        <p:spPr>
          <a:xfrm>
            <a:off x="487667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"/>
          <p:cNvSpPr/>
          <p:nvPr/>
        </p:nvSpPr>
        <p:spPr>
          <a:xfrm>
            <a:off x="548626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"/>
          <p:cNvSpPr/>
          <p:nvPr/>
        </p:nvSpPr>
        <p:spPr>
          <a:xfrm>
            <a:off x="609584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"/>
          <p:cNvSpPr/>
          <p:nvPr/>
        </p:nvSpPr>
        <p:spPr>
          <a:xfrm>
            <a:off x="670543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"/>
          <p:cNvSpPr/>
          <p:nvPr/>
        </p:nvSpPr>
        <p:spPr>
          <a:xfrm>
            <a:off x="731501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"/>
          <p:cNvSpPr/>
          <p:nvPr/>
        </p:nvSpPr>
        <p:spPr>
          <a:xfrm>
            <a:off x="792460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"/>
          <p:cNvSpPr/>
          <p:nvPr/>
        </p:nvSpPr>
        <p:spPr>
          <a:xfrm>
            <a:off x="853418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"/>
          <p:cNvSpPr/>
          <p:nvPr/>
        </p:nvSpPr>
        <p:spPr>
          <a:xfrm>
            <a:off x="914377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"/>
          <p:cNvSpPr/>
          <p:nvPr/>
        </p:nvSpPr>
        <p:spPr>
          <a:xfrm>
            <a:off x="975335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"/>
          <p:cNvSpPr/>
          <p:nvPr/>
        </p:nvSpPr>
        <p:spPr>
          <a:xfrm>
            <a:off x="1036294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"/>
          <p:cNvSpPr/>
          <p:nvPr/>
        </p:nvSpPr>
        <p:spPr>
          <a:xfrm>
            <a:off x="1097252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"/>
          <p:cNvSpPr/>
          <p:nvPr/>
        </p:nvSpPr>
        <p:spPr>
          <a:xfrm>
            <a:off x="1158211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"/>
          <p:cNvSpPr/>
          <p:nvPr/>
        </p:nvSpPr>
        <p:spPr>
          <a:xfrm>
            <a:off x="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"/>
          <p:cNvSpPr/>
          <p:nvPr/>
        </p:nvSpPr>
        <p:spPr>
          <a:xfrm>
            <a:off x="609585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"/>
          <p:cNvSpPr/>
          <p:nvPr/>
        </p:nvSpPr>
        <p:spPr>
          <a:xfrm>
            <a:off x="121917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"/>
          <p:cNvSpPr/>
          <p:nvPr/>
        </p:nvSpPr>
        <p:spPr>
          <a:xfrm>
            <a:off x="182875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"/>
          <p:cNvSpPr/>
          <p:nvPr/>
        </p:nvSpPr>
        <p:spPr>
          <a:xfrm>
            <a:off x="243833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"/>
          <p:cNvSpPr/>
          <p:nvPr/>
        </p:nvSpPr>
        <p:spPr>
          <a:xfrm>
            <a:off x="304792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"/>
          <p:cNvSpPr/>
          <p:nvPr/>
        </p:nvSpPr>
        <p:spPr>
          <a:xfrm>
            <a:off x="365750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"/>
          <p:cNvSpPr/>
          <p:nvPr/>
        </p:nvSpPr>
        <p:spPr>
          <a:xfrm>
            <a:off x="426709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"/>
          <p:cNvSpPr/>
          <p:nvPr/>
        </p:nvSpPr>
        <p:spPr>
          <a:xfrm>
            <a:off x="487667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"/>
          <p:cNvSpPr/>
          <p:nvPr/>
        </p:nvSpPr>
        <p:spPr>
          <a:xfrm>
            <a:off x="548626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"/>
          <p:cNvSpPr/>
          <p:nvPr/>
        </p:nvSpPr>
        <p:spPr>
          <a:xfrm>
            <a:off x="609584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"/>
          <p:cNvSpPr/>
          <p:nvPr/>
        </p:nvSpPr>
        <p:spPr>
          <a:xfrm>
            <a:off x="670543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"/>
          <p:cNvSpPr/>
          <p:nvPr/>
        </p:nvSpPr>
        <p:spPr>
          <a:xfrm>
            <a:off x="731501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"/>
          <p:cNvSpPr/>
          <p:nvPr/>
        </p:nvSpPr>
        <p:spPr>
          <a:xfrm>
            <a:off x="792460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"/>
          <p:cNvSpPr/>
          <p:nvPr/>
        </p:nvSpPr>
        <p:spPr>
          <a:xfrm>
            <a:off x="853418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"/>
          <p:cNvSpPr/>
          <p:nvPr/>
        </p:nvSpPr>
        <p:spPr>
          <a:xfrm>
            <a:off x="914377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"/>
          <p:cNvSpPr/>
          <p:nvPr/>
        </p:nvSpPr>
        <p:spPr>
          <a:xfrm>
            <a:off x="975335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"/>
          <p:cNvSpPr/>
          <p:nvPr/>
        </p:nvSpPr>
        <p:spPr>
          <a:xfrm>
            <a:off x="1036294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"/>
          <p:cNvSpPr/>
          <p:nvPr/>
        </p:nvSpPr>
        <p:spPr>
          <a:xfrm>
            <a:off x="1097252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"/>
          <p:cNvSpPr/>
          <p:nvPr/>
        </p:nvSpPr>
        <p:spPr>
          <a:xfrm>
            <a:off x="1158211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"/>
          <p:cNvSpPr/>
          <p:nvPr/>
        </p:nvSpPr>
        <p:spPr>
          <a:xfrm>
            <a:off x="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"/>
          <p:cNvSpPr/>
          <p:nvPr/>
        </p:nvSpPr>
        <p:spPr>
          <a:xfrm>
            <a:off x="609585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"/>
          <p:cNvSpPr/>
          <p:nvPr/>
        </p:nvSpPr>
        <p:spPr>
          <a:xfrm>
            <a:off x="121917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"/>
          <p:cNvSpPr/>
          <p:nvPr/>
        </p:nvSpPr>
        <p:spPr>
          <a:xfrm>
            <a:off x="182875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"/>
          <p:cNvSpPr/>
          <p:nvPr/>
        </p:nvSpPr>
        <p:spPr>
          <a:xfrm>
            <a:off x="243833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"/>
          <p:cNvSpPr/>
          <p:nvPr/>
        </p:nvSpPr>
        <p:spPr>
          <a:xfrm>
            <a:off x="304792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"/>
          <p:cNvSpPr/>
          <p:nvPr/>
        </p:nvSpPr>
        <p:spPr>
          <a:xfrm>
            <a:off x="365750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"/>
          <p:cNvSpPr/>
          <p:nvPr/>
        </p:nvSpPr>
        <p:spPr>
          <a:xfrm>
            <a:off x="426709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"/>
          <p:cNvSpPr/>
          <p:nvPr/>
        </p:nvSpPr>
        <p:spPr>
          <a:xfrm>
            <a:off x="487667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"/>
          <p:cNvSpPr/>
          <p:nvPr/>
        </p:nvSpPr>
        <p:spPr>
          <a:xfrm>
            <a:off x="548626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"/>
          <p:cNvSpPr/>
          <p:nvPr/>
        </p:nvSpPr>
        <p:spPr>
          <a:xfrm>
            <a:off x="609584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"/>
          <p:cNvSpPr/>
          <p:nvPr/>
        </p:nvSpPr>
        <p:spPr>
          <a:xfrm>
            <a:off x="670543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"/>
          <p:cNvSpPr/>
          <p:nvPr/>
        </p:nvSpPr>
        <p:spPr>
          <a:xfrm>
            <a:off x="731501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"/>
          <p:cNvSpPr/>
          <p:nvPr/>
        </p:nvSpPr>
        <p:spPr>
          <a:xfrm>
            <a:off x="792460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"/>
          <p:cNvSpPr/>
          <p:nvPr/>
        </p:nvSpPr>
        <p:spPr>
          <a:xfrm>
            <a:off x="853418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"/>
          <p:cNvSpPr/>
          <p:nvPr/>
        </p:nvSpPr>
        <p:spPr>
          <a:xfrm>
            <a:off x="914377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"/>
          <p:cNvSpPr/>
          <p:nvPr/>
        </p:nvSpPr>
        <p:spPr>
          <a:xfrm>
            <a:off x="975335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"/>
          <p:cNvSpPr/>
          <p:nvPr/>
        </p:nvSpPr>
        <p:spPr>
          <a:xfrm>
            <a:off x="1036294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"/>
          <p:cNvSpPr/>
          <p:nvPr/>
        </p:nvSpPr>
        <p:spPr>
          <a:xfrm>
            <a:off x="1097252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"/>
          <p:cNvSpPr/>
          <p:nvPr/>
        </p:nvSpPr>
        <p:spPr>
          <a:xfrm>
            <a:off x="1158211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"/>
          <p:cNvSpPr/>
          <p:nvPr/>
        </p:nvSpPr>
        <p:spPr>
          <a:xfrm>
            <a:off x="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"/>
          <p:cNvSpPr/>
          <p:nvPr/>
        </p:nvSpPr>
        <p:spPr>
          <a:xfrm>
            <a:off x="609585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"/>
          <p:cNvSpPr/>
          <p:nvPr/>
        </p:nvSpPr>
        <p:spPr>
          <a:xfrm>
            <a:off x="121917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"/>
          <p:cNvSpPr/>
          <p:nvPr/>
        </p:nvSpPr>
        <p:spPr>
          <a:xfrm>
            <a:off x="182875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"/>
          <p:cNvSpPr/>
          <p:nvPr/>
        </p:nvSpPr>
        <p:spPr>
          <a:xfrm>
            <a:off x="243833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"/>
          <p:cNvSpPr/>
          <p:nvPr/>
        </p:nvSpPr>
        <p:spPr>
          <a:xfrm>
            <a:off x="304792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"/>
          <p:cNvSpPr/>
          <p:nvPr/>
        </p:nvSpPr>
        <p:spPr>
          <a:xfrm>
            <a:off x="365750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"/>
          <p:cNvSpPr/>
          <p:nvPr/>
        </p:nvSpPr>
        <p:spPr>
          <a:xfrm>
            <a:off x="426709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"/>
          <p:cNvSpPr/>
          <p:nvPr/>
        </p:nvSpPr>
        <p:spPr>
          <a:xfrm>
            <a:off x="487667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"/>
          <p:cNvSpPr/>
          <p:nvPr/>
        </p:nvSpPr>
        <p:spPr>
          <a:xfrm>
            <a:off x="548626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"/>
          <p:cNvSpPr/>
          <p:nvPr/>
        </p:nvSpPr>
        <p:spPr>
          <a:xfrm>
            <a:off x="609584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"/>
          <p:cNvSpPr/>
          <p:nvPr/>
        </p:nvSpPr>
        <p:spPr>
          <a:xfrm>
            <a:off x="670543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"/>
          <p:cNvSpPr/>
          <p:nvPr/>
        </p:nvSpPr>
        <p:spPr>
          <a:xfrm>
            <a:off x="731501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"/>
          <p:cNvSpPr/>
          <p:nvPr/>
        </p:nvSpPr>
        <p:spPr>
          <a:xfrm>
            <a:off x="792460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"/>
          <p:cNvSpPr/>
          <p:nvPr/>
        </p:nvSpPr>
        <p:spPr>
          <a:xfrm>
            <a:off x="853418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"/>
          <p:cNvSpPr/>
          <p:nvPr/>
        </p:nvSpPr>
        <p:spPr>
          <a:xfrm>
            <a:off x="914377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"/>
          <p:cNvSpPr/>
          <p:nvPr/>
        </p:nvSpPr>
        <p:spPr>
          <a:xfrm>
            <a:off x="975335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"/>
          <p:cNvSpPr/>
          <p:nvPr/>
        </p:nvSpPr>
        <p:spPr>
          <a:xfrm>
            <a:off x="1036294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"/>
          <p:cNvSpPr/>
          <p:nvPr/>
        </p:nvSpPr>
        <p:spPr>
          <a:xfrm>
            <a:off x="1097252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"/>
          <p:cNvSpPr/>
          <p:nvPr/>
        </p:nvSpPr>
        <p:spPr>
          <a:xfrm>
            <a:off x="1158211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"/>
          <p:cNvSpPr/>
          <p:nvPr/>
        </p:nvSpPr>
        <p:spPr>
          <a:xfrm>
            <a:off x="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"/>
          <p:cNvSpPr/>
          <p:nvPr/>
        </p:nvSpPr>
        <p:spPr>
          <a:xfrm>
            <a:off x="609585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"/>
          <p:cNvSpPr/>
          <p:nvPr/>
        </p:nvSpPr>
        <p:spPr>
          <a:xfrm>
            <a:off x="121917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"/>
          <p:cNvSpPr/>
          <p:nvPr/>
        </p:nvSpPr>
        <p:spPr>
          <a:xfrm>
            <a:off x="182875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"/>
          <p:cNvSpPr/>
          <p:nvPr/>
        </p:nvSpPr>
        <p:spPr>
          <a:xfrm>
            <a:off x="243833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"/>
          <p:cNvSpPr/>
          <p:nvPr/>
        </p:nvSpPr>
        <p:spPr>
          <a:xfrm>
            <a:off x="304792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"/>
          <p:cNvSpPr/>
          <p:nvPr/>
        </p:nvSpPr>
        <p:spPr>
          <a:xfrm>
            <a:off x="365750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"/>
          <p:cNvSpPr/>
          <p:nvPr/>
        </p:nvSpPr>
        <p:spPr>
          <a:xfrm>
            <a:off x="426709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"/>
          <p:cNvSpPr/>
          <p:nvPr/>
        </p:nvSpPr>
        <p:spPr>
          <a:xfrm>
            <a:off x="487667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"/>
          <p:cNvSpPr/>
          <p:nvPr/>
        </p:nvSpPr>
        <p:spPr>
          <a:xfrm>
            <a:off x="548626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"/>
          <p:cNvSpPr/>
          <p:nvPr/>
        </p:nvSpPr>
        <p:spPr>
          <a:xfrm>
            <a:off x="609584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"/>
          <p:cNvSpPr/>
          <p:nvPr/>
        </p:nvSpPr>
        <p:spPr>
          <a:xfrm>
            <a:off x="670543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"/>
          <p:cNvSpPr/>
          <p:nvPr/>
        </p:nvSpPr>
        <p:spPr>
          <a:xfrm>
            <a:off x="731501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"/>
          <p:cNvSpPr/>
          <p:nvPr/>
        </p:nvSpPr>
        <p:spPr>
          <a:xfrm>
            <a:off x="792460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"/>
          <p:cNvSpPr/>
          <p:nvPr/>
        </p:nvSpPr>
        <p:spPr>
          <a:xfrm>
            <a:off x="853418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"/>
          <p:cNvSpPr/>
          <p:nvPr/>
        </p:nvSpPr>
        <p:spPr>
          <a:xfrm>
            <a:off x="914377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"/>
          <p:cNvSpPr/>
          <p:nvPr/>
        </p:nvSpPr>
        <p:spPr>
          <a:xfrm>
            <a:off x="975335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"/>
          <p:cNvSpPr/>
          <p:nvPr/>
        </p:nvSpPr>
        <p:spPr>
          <a:xfrm>
            <a:off x="1036294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"/>
          <p:cNvSpPr/>
          <p:nvPr/>
        </p:nvSpPr>
        <p:spPr>
          <a:xfrm>
            <a:off x="1097252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"/>
          <p:cNvSpPr/>
          <p:nvPr/>
        </p:nvSpPr>
        <p:spPr>
          <a:xfrm>
            <a:off x="1158211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"/>
          <p:cNvSpPr/>
          <p:nvPr/>
        </p:nvSpPr>
        <p:spPr>
          <a:xfrm>
            <a:off x="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"/>
          <p:cNvSpPr/>
          <p:nvPr/>
        </p:nvSpPr>
        <p:spPr>
          <a:xfrm>
            <a:off x="609585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"/>
          <p:cNvSpPr/>
          <p:nvPr/>
        </p:nvSpPr>
        <p:spPr>
          <a:xfrm>
            <a:off x="121917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"/>
          <p:cNvSpPr/>
          <p:nvPr/>
        </p:nvSpPr>
        <p:spPr>
          <a:xfrm>
            <a:off x="182875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"/>
          <p:cNvSpPr/>
          <p:nvPr/>
        </p:nvSpPr>
        <p:spPr>
          <a:xfrm>
            <a:off x="243833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"/>
          <p:cNvSpPr/>
          <p:nvPr/>
        </p:nvSpPr>
        <p:spPr>
          <a:xfrm>
            <a:off x="304792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"/>
          <p:cNvSpPr/>
          <p:nvPr/>
        </p:nvSpPr>
        <p:spPr>
          <a:xfrm>
            <a:off x="365750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"/>
          <p:cNvSpPr/>
          <p:nvPr/>
        </p:nvSpPr>
        <p:spPr>
          <a:xfrm>
            <a:off x="426709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"/>
          <p:cNvSpPr/>
          <p:nvPr/>
        </p:nvSpPr>
        <p:spPr>
          <a:xfrm>
            <a:off x="487667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"/>
          <p:cNvSpPr/>
          <p:nvPr/>
        </p:nvSpPr>
        <p:spPr>
          <a:xfrm>
            <a:off x="548626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"/>
          <p:cNvSpPr/>
          <p:nvPr/>
        </p:nvSpPr>
        <p:spPr>
          <a:xfrm>
            <a:off x="609584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"/>
          <p:cNvSpPr/>
          <p:nvPr/>
        </p:nvSpPr>
        <p:spPr>
          <a:xfrm>
            <a:off x="670543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"/>
          <p:cNvSpPr/>
          <p:nvPr/>
        </p:nvSpPr>
        <p:spPr>
          <a:xfrm>
            <a:off x="731501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"/>
          <p:cNvSpPr/>
          <p:nvPr/>
        </p:nvSpPr>
        <p:spPr>
          <a:xfrm>
            <a:off x="792460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"/>
          <p:cNvSpPr/>
          <p:nvPr/>
        </p:nvSpPr>
        <p:spPr>
          <a:xfrm>
            <a:off x="853418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"/>
          <p:cNvSpPr/>
          <p:nvPr/>
        </p:nvSpPr>
        <p:spPr>
          <a:xfrm>
            <a:off x="914377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"/>
          <p:cNvSpPr/>
          <p:nvPr/>
        </p:nvSpPr>
        <p:spPr>
          <a:xfrm>
            <a:off x="975335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"/>
          <p:cNvSpPr/>
          <p:nvPr/>
        </p:nvSpPr>
        <p:spPr>
          <a:xfrm>
            <a:off x="1036294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"/>
          <p:cNvSpPr/>
          <p:nvPr/>
        </p:nvSpPr>
        <p:spPr>
          <a:xfrm>
            <a:off x="1097252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"/>
          <p:cNvSpPr/>
          <p:nvPr/>
        </p:nvSpPr>
        <p:spPr>
          <a:xfrm>
            <a:off x="1158211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"/>
          <p:cNvSpPr/>
          <p:nvPr/>
        </p:nvSpPr>
        <p:spPr>
          <a:xfrm>
            <a:off x="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"/>
          <p:cNvSpPr/>
          <p:nvPr/>
        </p:nvSpPr>
        <p:spPr>
          <a:xfrm>
            <a:off x="609585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"/>
          <p:cNvSpPr/>
          <p:nvPr/>
        </p:nvSpPr>
        <p:spPr>
          <a:xfrm>
            <a:off x="121917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"/>
          <p:cNvSpPr/>
          <p:nvPr/>
        </p:nvSpPr>
        <p:spPr>
          <a:xfrm>
            <a:off x="182875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"/>
          <p:cNvSpPr/>
          <p:nvPr/>
        </p:nvSpPr>
        <p:spPr>
          <a:xfrm>
            <a:off x="243833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"/>
          <p:cNvSpPr/>
          <p:nvPr/>
        </p:nvSpPr>
        <p:spPr>
          <a:xfrm>
            <a:off x="304792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"/>
          <p:cNvSpPr/>
          <p:nvPr/>
        </p:nvSpPr>
        <p:spPr>
          <a:xfrm>
            <a:off x="365750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"/>
          <p:cNvSpPr/>
          <p:nvPr/>
        </p:nvSpPr>
        <p:spPr>
          <a:xfrm>
            <a:off x="426709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"/>
          <p:cNvSpPr/>
          <p:nvPr/>
        </p:nvSpPr>
        <p:spPr>
          <a:xfrm>
            <a:off x="487667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"/>
          <p:cNvSpPr/>
          <p:nvPr/>
        </p:nvSpPr>
        <p:spPr>
          <a:xfrm>
            <a:off x="548626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"/>
          <p:cNvSpPr/>
          <p:nvPr/>
        </p:nvSpPr>
        <p:spPr>
          <a:xfrm>
            <a:off x="609584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"/>
          <p:cNvSpPr/>
          <p:nvPr/>
        </p:nvSpPr>
        <p:spPr>
          <a:xfrm>
            <a:off x="670543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"/>
          <p:cNvSpPr/>
          <p:nvPr/>
        </p:nvSpPr>
        <p:spPr>
          <a:xfrm>
            <a:off x="731501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"/>
          <p:cNvSpPr/>
          <p:nvPr/>
        </p:nvSpPr>
        <p:spPr>
          <a:xfrm>
            <a:off x="792460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"/>
          <p:cNvSpPr/>
          <p:nvPr/>
        </p:nvSpPr>
        <p:spPr>
          <a:xfrm>
            <a:off x="853418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"/>
          <p:cNvSpPr/>
          <p:nvPr/>
        </p:nvSpPr>
        <p:spPr>
          <a:xfrm>
            <a:off x="914377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"/>
          <p:cNvSpPr/>
          <p:nvPr/>
        </p:nvSpPr>
        <p:spPr>
          <a:xfrm>
            <a:off x="975335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"/>
          <p:cNvSpPr/>
          <p:nvPr/>
        </p:nvSpPr>
        <p:spPr>
          <a:xfrm>
            <a:off x="1036294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"/>
          <p:cNvSpPr/>
          <p:nvPr/>
        </p:nvSpPr>
        <p:spPr>
          <a:xfrm>
            <a:off x="1097252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"/>
          <p:cNvSpPr/>
          <p:nvPr/>
        </p:nvSpPr>
        <p:spPr>
          <a:xfrm>
            <a:off x="1158211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"/>
          <p:cNvSpPr/>
          <p:nvPr/>
        </p:nvSpPr>
        <p:spPr>
          <a:xfrm>
            <a:off x="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"/>
          <p:cNvSpPr/>
          <p:nvPr/>
        </p:nvSpPr>
        <p:spPr>
          <a:xfrm>
            <a:off x="609585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"/>
          <p:cNvSpPr/>
          <p:nvPr/>
        </p:nvSpPr>
        <p:spPr>
          <a:xfrm>
            <a:off x="121917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"/>
          <p:cNvSpPr/>
          <p:nvPr/>
        </p:nvSpPr>
        <p:spPr>
          <a:xfrm>
            <a:off x="182875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"/>
          <p:cNvSpPr/>
          <p:nvPr/>
        </p:nvSpPr>
        <p:spPr>
          <a:xfrm>
            <a:off x="243833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"/>
          <p:cNvSpPr/>
          <p:nvPr/>
        </p:nvSpPr>
        <p:spPr>
          <a:xfrm>
            <a:off x="304792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"/>
          <p:cNvSpPr/>
          <p:nvPr/>
        </p:nvSpPr>
        <p:spPr>
          <a:xfrm>
            <a:off x="365750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"/>
          <p:cNvSpPr/>
          <p:nvPr/>
        </p:nvSpPr>
        <p:spPr>
          <a:xfrm>
            <a:off x="426709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"/>
          <p:cNvSpPr/>
          <p:nvPr/>
        </p:nvSpPr>
        <p:spPr>
          <a:xfrm>
            <a:off x="487667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"/>
          <p:cNvSpPr/>
          <p:nvPr/>
        </p:nvSpPr>
        <p:spPr>
          <a:xfrm>
            <a:off x="548626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"/>
          <p:cNvSpPr/>
          <p:nvPr/>
        </p:nvSpPr>
        <p:spPr>
          <a:xfrm>
            <a:off x="609584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"/>
          <p:cNvSpPr/>
          <p:nvPr/>
        </p:nvSpPr>
        <p:spPr>
          <a:xfrm>
            <a:off x="670543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"/>
          <p:cNvSpPr/>
          <p:nvPr/>
        </p:nvSpPr>
        <p:spPr>
          <a:xfrm>
            <a:off x="731501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"/>
          <p:cNvSpPr/>
          <p:nvPr/>
        </p:nvSpPr>
        <p:spPr>
          <a:xfrm>
            <a:off x="792460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"/>
          <p:cNvSpPr/>
          <p:nvPr/>
        </p:nvSpPr>
        <p:spPr>
          <a:xfrm>
            <a:off x="853418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"/>
          <p:cNvSpPr/>
          <p:nvPr/>
        </p:nvSpPr>
        <p:spPr>
          <a:xfrm>
            <a:off x="914377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"/>
          <p:cNvSpPr/>
          <p:nvPr/>
        </p:nvSpPr>
        <p:spPr>
          <a:xfrm>
            <a:off x="975335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"/>
          <p:cNvSpPr/>
          <p:nvPr/>
        </p:nvSpPr>
        <p:spPr>
          <a:xfrm>
            <a:off x="1036294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"/>
          <p:cNvSpPr/>
          <p:nvPr/>
        </p:nvSpPr>
        <p:spPr>
          <a:xfrm>
            <a:off x="1097252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"/>
          <p:cNvSpPr/>
          <p:nvPr/>
        </p:nvSpPr>
        <p:spPr>
          <a:xfrm>
            <a:off x="1158211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"/>
          <p:cNvSpPr/>
          <p:nvPr/>
        </p:nvSpPr>
        <p:spPr>
          <a:xfrm>
            <a:off x="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"/>
          <p:cNvSpPr/>
          <p:nvPr/>
        </p:nvSpPr>
        <p:spPr>
          <a:xfrm>
            <a:off x="609585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"/>
          <p:cNvSpPr/>
          <p:nvPr/>
        </p:nvSpPr>
        <p:spPr>
          <a:xfrm>
            <a:off x="121917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"/>
          <p:cNvSpPr/>
          <p:nvPr/>
        </p:nvSpPr>
        <p:spPr>
          <a:xfrm>
            <a:off x="182875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"/>
          <p:cNvSpPr/>
          <p:nvPr/>
        </p:nvSpPr>
        <p:spPr>
          <a:xfrm>
            <a:off x="243833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"/>
          <p:cNvSpPr/>
          <p:nvPr/>
        </p:nvSpPr>
        <p:spPr>
          <a:xfrm>
            <a:off x="304792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"/>
          <p:cNvSpPr/>
          <p:nvPr/>
        </p:nvSpPr>
        <p:spPr>
          <a:xfrm>
            <a:off x="365750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"/>
          <p:cNvSpPr/>
          <p:nvPr/>
        </p:nvSpPr>
        <p:spPr>
          <a:xfrm>
            <a:off x="426709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"/>
          <p:cNvSpPr/>
          <p:nvPr/>
        </p:nvSpPr>
        <p:spPr>
          <a:xfrm>
            <a:off x="487667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"/>
          <p:cNvSpPr/>
          <p:nvPr/>
        </p:nvSpPr>
        <p:spPr>
          <a:xfrm>
            <a:off x="548626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"/>
          <p:cNvSpPr/>
          <p:nvPr/>
        </p:nvSpPr>
        <p:spPr>
          <a:xfrm>
            <a:off x="609584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"/>
          <p:cNvSpPr/>
          <p:nvPr/>
        </p:nvSpPr>
        <p:spPr>
          <a:xfrm>
            <a:off x="670543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"/>
          <p:cNvSpPr/>
          <p:nvPr/>
        </p:nvSpPr>
        <p:spPr>
          <a:xfrm>
            <a:off x="731501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"/>
          <p:cNvSpPr/>
          <p:nvPr/>
        </p:nvSpPr>
        <p:spPr>
          <a:xfrm>
            <a:off x="792460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"/>
          <p:cNvSpPr/>
          <p:nvPr/>
        </p:nvSpPr>
        <p:spPr>
          <a:xfrm>
            <a:off x="853418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"/>
          <p:cNvSpPr/>
          <p:nvPr/>
        </p:nvSpPr>
        <p:spPr>
          <a:xfrm>
            <a:off x="914377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"/>
          <p:cNvSpPr/>
          <p:nvPr/>
        </p:nvSpPr>
        <p:spPr>
          <a:xfrm>
            <a:off x="975335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"/>
          <p:cNvSpPr/>
          <p:nvPr/>
        </p:nvSpPr>
        <p:spPr>
          <a:xfrm>
            <a:off x="1036294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"/>
          <p:cNvSpPr/>
          <p:nvPr/>
        </p:nvSpPr>
        <p:spPr>
          <a:xfrm>
            <a:off x="1097252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"/>
          <p:cNvSpPr/>
          <p:nvPr/>
        </p:nvSpPr>
        <p:spPr>
          <a:xfrm>
            <a:off x="1158211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"/>
          <p:cNvSpPr/>
          <p:nvPr/>
        </p:nvSpPr>
        <p:spPr>
          <a:xfrm>
            <a:off x="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"/>
          <p:cNvSpPr/>
          <p:nvPr/>
        </p:nvSpPr>
        <p:spPr>
          <a:xfrm>
            <a:off x="609585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"/>
          <p:cNvSpPr/>
          <p:nvPr/>
        </p:nvSpPr>
        <p:spPr>
          <a:xfrm>
            <a:off x="121917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"/>
          <p:cNvSpPr/>
          <p:nvPr/>
        </p:nvSpPr>
        <p:spPr>
          <a:xfrm>
            <a:off x="182875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"/>
          <p:cNvSpPr/>
          <p:nvPr/>
        </p:nvSpPr>
        <p:spPr>
          <a:xfrm>
            <a:off x="243833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"/>
          <p:cNvSpPr/>
          <p:nvPr/>
        </p:nvSpPr>
        <p:spPr>
          <a:xfrm>
            <a:off x="304792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"/>
          <p:cNvSpPr/>
          <p:nvPr/>
        </p:nvSpPr>
        <p:spPr>
          <a:xfrm>
            <a:off x="365750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"/>
          <p:cNvSpPr/>
          <p:nvPr/>
        </p:nvSpPr>
        <p:spPr>
          <a:xfrm>
            <a:off x="426709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"/>
          <p:cNvSpPr/>
          <p:nvPr/>
        </p:nvSpPr>
        <p:spPr>
          <a:xfrm>
            <a:off x="487667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"/>
          <p:cNvSpPr/>
          <p:nvPr/>
        </p:nvSpPr>
        <p:spPr>
          <a:xfrm>
            <a:off x="548626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"/>
          <p:cNvSpPr/>
          <p:nvPr/>
        </p:nvSpPr>
        <p:spPr>
          <a:xfrm>
            <a:off x="609584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"/>
          <p:cNvSpPr/>
          <p:nvPr/>
        </p:nvSpPr>
        <p:spPr>
          <a:xfrm>
            <a:off x="670543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"/>
          <p:cNvSpPr/>
          <p:nvPr/>
        </p:nvSpPr>
        <p:spPr>
          <a:xfrm>
            <a:off x="731501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"/>
          <p:cNvSpPr/>
          <p:nvPr/>
        </p:nvSpPr>
        <p:spPr>
          <a:xfrm>
            <a:off x="792460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"/>
          <p:cNvSpPr/>
          <p:nvPr/>
        </p:nvSpPr>
        <p:spPr>
          <a:xfrm>
            <a:off x="853418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"/>
          <p:cNvSpPr/>
          <p:nvPr/>
        </p:nvSpPr>
        <p:spPr>
          <a:xfrm>
            <a:off x="914377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"/>
          <p:cNvSpPr/>
          <p:nvPr/>
        </p:nvSpPr>
        <p:spPr>
          <a:xfrm>
            <a:off x="975335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"/>
          <p:cNvSpPr/>
          <p:nvPr/>
        </p:nvSpPr>
        <p:spPr>
          <a:xfrm>
            <a:off x="1036294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"/>
          <p:cNvSpPr/>
          <p:nvPr/>
        </p:nvSpPr>
        <p:spPr>
          <a:xfrm>
            <a:off x="1097252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"/>
          <p:cNvSpPr/>
          <p:nvPr/>
        </p:nvSpPr>
        <p:spPr>
          <a:xfrm>
            <a:off x="1158211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"/>
          <p:cNvSpPr/>
          <p:nvPr/>
        </p:nvSpPr>
        <p:spPr>
          <a:xfrm>
            <a:off x="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"/>
          <p:cNvSpPr/>
          <p:nvPr/>
        </p:nvSpPr>
        <p:spPr>
          <a:xfrm>
            <a:off x="609585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"/>
          <p:cNvSpPr/>
          <p:nvPr/>
        </p:nvSpPr>
        <p:spPr>
          <a:xfrm>
            <a:off x="121917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"/>
          <p:cNvSpPr/>
          <p:nvPr/>
        </p:nvSpPr>
        <p:spPr>
          <a:xfrm>
            <a:off x="182875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"/>
          <p:cNvSpPr/>
          <p:nvPr/>
        </p:nvSpPr>
        <p:spPr>
          <a:xfrm>
            <a:off x="243833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"/>
          <p:cNvSpPr/>
          <p:nvPr/>
        </p:nvSpPr>
        <p:spPr>
          <a:xfrm>
            <a:off x="304792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"/>
          <p:cNvSpPr/>
          <p:nvPr/>
        </p:nvSpPr>
        <p:spPr>
          <a:xfrm>
            <a:off x="365750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"/>
          <p:cNvSpPr/>
          <p:nvPr/>
        </p:nvSpPr>
        <p:spPr>
          <a:xfrm>
            <a:off x="426709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"/>
          <p:cNvSpPr/>
          <p:nvPr/>
        </p:nvSpPr>
        <p:spPr>
          <a:xfrm>
            <a:off x="487667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"/>
          <p:cNvSpPr/>
          <p:nvPr/>
        </p:nvSpPr>
        <p:spPr>
          <a:xfrm>
            <a:off x="548626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"/>
          <p:cNvSpPr/>
          <p:nvPr/>
        </p:nvSpPr>
        <p:spPr>
          <a:xfrm>
            <a:off x="609584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"/>
          <p:cNvSpPr/>
          <p:nvPr/>
        </p:nvSpPr>
        <p:spPr>
          <a:xfrm>
            <a:off x="670543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"/>
          <p:cNvSpPr/>
          <p:nvPr/>
        </p:nvSpPr>
        <p:spPr>
          <a:xfrm>
            <a:off x="731501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"/>
          <p:cNvSpPr/>
          <p:nvPr/>
        </p:nvSpPr>
        <p:spPr>
          <a:xfrm>
            <a:off x="792460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"/>
          <p:cNvSpPr/>
          <p:nvPr/>
        </p:nvSpPr>
        <p:spPr>
          <a:xfrm>
            <a:off x="853418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"/>
          <p:cNvSpPr/>
          <p:nvPr/>
        </p:nvSpPr>
        <p:spPr>
          <a:xfrm>
            <a:off x="914377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"/>
          <p:cNvSpPr/>
          <p:nvPr/>
        </p:nvSpPr>
        <p:spPr>
          <a:xfrm>
            <a:off x="975335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"/>
          <p:cNvSpPr/>
          <p:nvPr/>
        </p:nvSpPr>
        <p:spPr>
          <a:xfrm>
            <a:off x="1036294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"/>
          <p:cNvSpPr/>
          <p:nvPr/>
        </p:nvSpPr>
        <p:spPr>
          <a:xfrm>
            <a:off x="1097252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"/>
          <p:cNvSpPr/>
          <p:nvPr/>
        </p:nvSpPr>
        <p:spPr>
          <a:xfrm>
            <a:off x="1158211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"/>
          <p:cNvSpPr/>
          <p:nvPr/>
        </p:nvSpPr>
        <p:spPr>
          <a:xfrm>
            <a:off x="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"/>
          <p:cNvSpPr/>
          <p:nvPr/>
        </p:nvSpPr>
        <p:spPr>
          <a:xfrm>
            <a:off x="609585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"/>
          <p:cNvSpPr/>
          <p:nvPr/>
        </p:nvSpPr>
        <p:spPr>
          <a:xfrm>
            <a:off x="121917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"/>
          <p:cNvSpPr/>
          <p:nvPr/>
        </p:nvSpPr>
        <p:spPr>
          <a:xfrm>
            <a:off x="182875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"/>
          <p:cNvSpPr/>
          <p:nvPr/>
        </p:nvSpPr>
        <p:spPr>
          <a:xfrm>
            <a:off x="243833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"/>
          <p:cNvSpPr/>
          <p:nvPr/>
        </p:nvSpPr>
        <p:spPr>
          <a:xfrm>
            <a:off x="304792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"/>
          <p:cNvSpPr/>
          <p:nvPr/>
        </p:nvSpPr>
        <p:spPr>
          <a:xfrm>
            <a:off x="365750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"/>
          <p:cNvSpPr/>
          <p:nvPr/>
        </p:nvSpPr>
        <p:spPr>
          <a:xfrm>
            <a:off x="426709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"/>
          <p:cNvSpPr/>
          <p:nvPr/>
        </p:nvSpPr>
        <p:spPr>
          <a:xfrm>
            <a:off x="487667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"/>
          <p:cNvSpPr/>
          <p:nvPr/>
        </p:nvSpPr>
        <p:spPr>
          <a:xfrm>
            <a:off x="548626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"/>
          <p:cNvSpPr/>
          <p:nvPr/>
        </p:nvSpPr>
        <p:spPr>
          <a:xfrm>
            <a:off x="609584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"/>
          <p:cNvSpPr/>
          <p:nvPr/>
        </p:nvSpPr>
        <p:spPr>
          <a:xfrm>
            <a:off x="670543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"/>
          <p:cNvSpPr/>
          <p:nvPr/>
        </p:nvSpPr>
        <p:spPr>
          <a:xfrm>
            <a:off x="731501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"/>
          <p:cNvSpPr/>
          <p:nvPr/>
        </p:nvSpPr>
        <p:spPr>
          <a:xfrm>
            <a:off x="792460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"/>
          <p:cNvSpPr/>
          <p:nvPr/>
        </p:nvSpPr>
        <p:spPr>
          <a:xfrm>
            <a:off x="853418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"/>
          <p:cNvSpPr/>
          <p:nvPr/>
        </p:nvSpPr>
        <p:spPr>
          <a:xfrm>
            <a:off x="914377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"/>
          <p:cNvSpPr/>
          <p:nvPr/>
        </p:nvSpPr>
        <p:spPr>
          <a:xfrm>
            <a:off x="975335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"/>
          <p:cNvSpPr/>
          <p:nvPr/>
        </p:nvSpPr>
        <p:spPr>
          <a:xfrm>
            <a:off x="1036294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"/>
          <p:cNvSpPr/>
          <p:nvPr/>
        </p:nvSpPr>
        <p:spPr>
          <a:xfrm>
            <a:off x="1097252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"/>
          <p:cNvSpPr/>
          <p:nvPr/>
        </p:nvSpPr>
        <p:spPr>
          <a:xfrm>
            <a:off x="1158211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"/>
          <p:cNvSpPr/>
          <p:nvPr/>
        </p:nvSpPr>
        <p:spPr>
          <a:xfrm>
            <a:off x="7863840" y="320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GRADE 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"/>
          <p:cNvSpPr/>
          <p:nvPr/>
        </p:nvSpPr>
        <p:spPr>
          <a:xfrm>
            <a:off x="-548640" y="5074920"/>
            <a:ext cx="6400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4F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16304F"/>
                </a:solidFill>
                <a:latin typeface="Arial"/>
                <a:ea typeface="Arial"/>
                <a:cs typeface="Arial"/>
                <a:sym typeface="Arial"/>
              </a:rPr>
              <a:t>Grades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"/>
          <p:cNvSpPr/>
          <p:nvPr/>
        </p:nvSpPr>
        <p:spPr>
          <a:xfrm>
            <a:off x="1325880" y="1828800"/>
            <a:ext cx="2834640" cy="2834640"/>
          </a:xfrm>
          <a:prstGeom prst="diamond">
            <a:avLst/>
          </a:prstGeom>
          <a:solidFill>
            <a:srgbClr val="0F27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"/>
          <p:cNvSpPr/>
          <p:nvPr/>
        </p:nvSpPr>
        <p:spPr>
          <a:xfrm>
            <a:off x="1760220" y="2080260"/>
            <a:ext cx="1965960" cy="233172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177800" rotWithShape="0" algn="bl" dir="5400000" dist="635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"/>
          <p:cNvSpPr/>
          <p:nvPr/>
        </p:nvSpPr>
        <p:spPr>
          <a:xfrm>
            <a:off x="1760220" y="2080260"/>
            <a:ext cx="1965960" cy="384048"/>
          </a:xfrm>
          <a:prstGeom prst="rect">
            <a:avLst/>
          </a:prstGeom>
          <a:solidFill>
            <a:srgbClr val="2E9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"/>
          <p:cNvSpPr/>
          <p:nvPr/>
        </p:nvSpPr>
        <p:spPr>
          <a:xfrm>
            <a:off x="1760220" y="2080260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 CARD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"/>
          <p:cNvSpPr/>
          <p:nvPr/>
        </p:nvSpPr>
        <p:spPr>
          <a:xfrm>
            <a:off x="1897380" y="261061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Math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"/>
          <p:cNvSpPr/>
          <p:nvPr/>
        </p:nvSpPr>
        <p:spPr>
          <a:xfrm>
            <a:off x="3342132" y="2665476"/>
            <a:ext cx="164592" cy="16459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"/>
          <p:cNvSpPr/>
          <p:nvPr/>
        </p:nvSpPr>
        <p:spPr>
          <a:xfrm>
            <a:off x="1897380" y="295808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English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"/>
          <p:cNvSpPr/>
          <p:nvPr/>
        </p:nvSpPr>
        <p:spPr>
          <a:xfrm>
            <a:off x="3342132" y="3012948"/>
            <a:ext cx="164592" cy="164592"/>
          </a:xfrm>
          <a:prstGeom prst="ellipse">
            <a:avLst/>
          </a:prstGeom>
          <a:solidFill>
            <a:srgbClr val="2E9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"/>
          <p:cNvSpPr/>
          <p:nvPr/>
        </p:nvSpPr>
        <p:spPr>
          <a:xfrm>
            <a:off x="1897380" y="3305556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"/>
          <p:cNvSpPr/>
          <p:nvPr/>
        </p:nvSpPr>
        <p:spPr>
          <a:xfrm>
            <a:off x="3342132" y="3360420"/>
            <a:ext cx="164592" cy="16459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"/>
          <p:cNvSpPr/>
          <p:nvPr/>
        </p:nvSpPr>
        <p:spPr>
          <a:xfrm>
            <a:off x="1897380" y="365302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Program.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"/>
          <p:cNvSpPr/>
          <p:nvPr/>
        </p:nvSpPr>
        <p:spPr>
          <a:xfrm>
            <a:off x="3342132" y="3707892"/>
            <a:ext cx="164592" cy="164592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5" name="Google Shape;545;p2"/>
          <p:cNvCxnSpPr/>
          <p:nvPr/>
        </p:nvCxnSpPr>
        <p:spPr>
          <a:xfrm>
            <a:off x="1897380" y="4018788"/>
            <a:ext cx="1691640" cy="0"/>
          </a:xfrm>
          <a:prstGeom prst="straightConnector1">
            <a:avLst/>
          </a:prstGeom>
          <a:noFill/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6" name="Google Shape;546;p2"/>
          <p:cNvSpPr/>
          <p:nvPr/>
        </p:nvSpPr>
        <p:spPr>
          <a:xfrm>
            <a:off x="1897380" y="409194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Avg 91.3  ·  Grade 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"/>
          <p:cNvSpPr/>
          <p:nvPr/>
        </p:nvSpPr>
        <p:spPr>
          <a:xfrm>
            <a:off x="6126480" y="822960"/>
            <a:ext cx="5394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About the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"/>
          <p:cNvSpPr/>
          <p:nvPr/>
        </p:nvSpPr>
        <p:spPr>
          <a:xfrm>
            <a:off x="6126480" y="2743200"/>
            <a:ext cx="5394960" cy="2148840"/>
          </a:xfrm>
          <a:prstGeom prst="roundRect">
            <a:avLst>
              <a:gd fmla="val 3404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"/>
          <p:cNvSpPr/>
          <p:nvPr/>
        </p:nvSpPr>
        <p:spPr>
          <a:xfrm>
            <a:off x="6382512" y="2907792"/>
            <a:ext cx="4892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console-based system that manages a class of students. Each student is stored as a dictionary holding an ID, a name and four subject grades (Math, English, Science, Programming). The program validates every grade, then calculates each student's average and letter grade automatically.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C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CA0"/>
                </a:solidFill>
                <a:latin typeface="Calibri"/>
                <a:ea typeface="Calibri"/>
                <a:cs typeface="Calibri"/>
                <a:sym typeface="Calibri"/>
              </a:rPr>
              <a:t>02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"/>
          <p:cNvSpPr/>
          <p:nvPr/>
        </p:nvSpPr>
        <p:spPr>
          <a:xfrm>
            <a:off x="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"/>
          <p:cNvSpPr/>
          <p:nvPr/>
        </p:nvSpPr>
        <p:spPr>
          <a:xfrm>
            <a:off x="609585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"/>
          <p:cNvSpPr/>
          <p:nvPr/>
        </p:nvSpPr>
        <p:spPr>
          <a:xfrm>
            <a:off x="121917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"/>
          <p:cNvSpPr/>
          <p:nvPr/>
        </p:nvSpPr>
        <p:spPr>
          <a:xfrm>
            <a:off x="182875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"/>
          <p:cNvSpPr/>
          <p:nvPr/>
        </p:nvSpPr>
        <p:spPr>
          <a:xfrm>
            <a:off x="243833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"/>
          <p:cNvSpPr/>
          <p:nvPr/>
        </p:nvSpPr>
        <p:spPr>
          <a:xfrm>
            <a:off x="304792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"/>
          <p:cNvSpPr/>
          <p:nvPr/>
        </p:nvSpPr>
        <p:spPr>
          <a:xfrm>
            <a:off x="365750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"/>
          <p:cNvSpPr/>
          <p:nvPr/>
        </p:nvSpPr>
        <p:spPr>
          <a:xfrm>
            <a:off x="426709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"/>
          <p:cNvSpPr/>
          <p:nvPr/>
        </p:nvSpPr>
        <p:spPr>
          <a:xfrm>
            <a:off x="487667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"/>
          <p:cNvSpPr/>
          <p:nvPr/>
        </p:nvSpPr>
        <p:spPr>
          <a:xfrm>
            <a:off x="548626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"/>
          <p:cNvSpPr/>
          <p:nvPr/>
        </p:nvSpPr>
        <p:spPr>
          <a:xfrm>
            <a:off x="609584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"/>
          <p:cNvSpPr/>
          <p:nvPr/>
        </p:nvSpPr>
        <p:spPr>
          <a:xfrm>
            <a:off x="670543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"/>
          <p:cNvSpPr/>
          <p:nvPr/>
        </p:nvSpPr>
        <p:spPr>
          <a:xfrm>
            <a:off x="731501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"/>
          <p:cNvSpPr/>
          <p:nvPr/>
        </p:nvSpPr>
        <p:spPr>
          <a:xfrm>
            <a:off x="792460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"/>
          <p:cNvSpPr/>
          <p:nvPr/>
        </p:nvSpPr>
        <p:spPr>
          <a:xfrm>
            <a:off x="853418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"/>
          <p:cNvSpPr/>
          <p:nvPr/>
        </p:nvSpPr>
        <p:spPr>
          <a:xfrm>
            <a:off x="914377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"/>
          <p:cNvSpPr/>
          <p:nvPr/>
        </p:nvSpPr>
        <p:spPr>
          <a:xfrm>
            <a:off x="975335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"/>
          <p:cNvSpPr/>
          <p:nvPr/>
        </p:nvSpPr>
        <p:spPr>
          <a:xfrm>
            <a:off x="1036294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"/>
          <p:cNvSpPr/>
          <p:nvPr/>
        </p:nvSpPr>
        <p:spPr>
          <a:xfrm>
            <a:off x="1097252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"/>
          <p:cNvSpPr/>
          <p:nvPr/>
        </p:nvSpPr>
        <p:spPr>
          <a:xfrm>
            <a:off x="1158211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"/>
          <p:cNvSpPr/>
          <p:nvPr/>
        </p:nvSpPr>
        <p:spPr>
          <a:xfrm>
            <a:off x="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"/>
          <p:cNvSpPr/>
          <p:nvPr/>
        </p:nvSpPr>
        <p:spPr>
          <a:xfrm>
            <a:off x="609585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"/>
          <p:cNvSpPr/>
          <p:nvPr/>
        </p:nvSpPr>
        <p:spPr>
          <a:xfrm>
            <a:off x="121917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"/>
          <p:cNvSpPr/>
          <p:nvPr/>
        </p:nvSpPr>
        <p:spPr>
          <a:xfrm>
            <a:off x="182875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"/>
          <p:cNvSpPr/>
          <p:nvPr/>
        </p:nvSpPr>
        <p:spPr>
          <a:xfrm>
            <a:off x="243833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"/>
          <p:cNvSpPr/>
          <p:nvPr/>
        </p:nvSpPr>
        <p:spPr>
          <a:xfrm>
            <a:off x="304792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"/>
          <p:cNvSpPr/>
          <p:nvPr/>
        </p:nvSpPr>
        <p:spPr>
          <a:xfrm>
            <a:off x="365750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"/>
          <p:cNvSpPr/>
          <p:nvPr/>
        </p:nvSpPr>
        <p:spPr>
          <a:xfrm>
            <a:off x="426709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"/>
          <p:cNvSpPr/>
          <p:nvPr/>
        </p:nvSpPr>
        <p:spPr>
          <a:xfrm>
            <a:off x="487667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"/>
          <p:cNvSpPr/>
          <p:nvPr/>
        </p:nvSpPr>
        <p:spPr>
          <a:xfrm>
            <a:off x="548626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"/>
          <p:cNvSpPr/>
          <p:nvPr/>
        </p:nvSpPr>
        <p:spPr>
          <a:xfrm>
            <a:off x="609584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"/>
          <p:cNvSpPr/>
          <p:nvPr/>
        </p:nvSpPr>
        <p:spPr>
          <a:xfrm>
            <a:off x="670543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"/>
          <p:cNvSpPr/>
          <p:nvPr/>
        </p:nvSpPr>
        <p:spPr>
          <a:xfrm>
            <a:off x="731501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"/>
          <p:cNvSpPr/>
          <p:nvPr/>
        </p:nvSpPr>
        <p:spPr>
          <a:xfrm>
            <a:off x="792460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"/>
          <p:cNvSpPr/>
          <p:nvPr/>
        </p:nvSpPr>
        <p:spPr>
          <a:xfrm>
            <a:off x="853418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"/>
          <p:cNvSpPr/>
          <p:nvPr/>
        </p:nvSpPr>
        <p:spPr>
          <a:xfrm>
            <a:off x="914377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"/>
          <p:cNvSpPr/>
          <p:nvPr/>
        </p:nvSpPr>
        <p:spPr>
          <a:xfrm>
            <a:off x="975335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"/>
          <p:cNvSpPr/>
          <p:nvPr/>
        </p:nvSpPr>
        <p:spPr>
          <a:xfrm>
            <a:off x="1036294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"/>
          <p:cNvSpPr/>
          <p:nvPr/>
        </p:nvSpPr>
        <p:spPr>
          <a:xfrm>
            <a:off x="1097252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"/>
          <p:cNvSpPr/>
          <p:nvPr/>
        </p:nvSpPr>
        <p:spPr>
          <a:xfrm>
            <a:off x="1158211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"/>
          <p:cNvSpPr/>
          <p:nvPr/>
        </p:nvSpPr>
        <p:spPr>
          <a:xfrm>
            <a:off x="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"/>
          <p:cNvSpPr/>
          <p:nvPr/>
        </p:nvSpPr>
        <p:spPr>
          <a:xfrm>
            <a:off x="609585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"/>
          <p:cNvSpPr/>
          <p:nvPr/>
        </p:nvSpPr>
        <p:spPr>
          <a:xfrm>
            <a:off x="121917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"/>
          <p:cNvSpPr/>
          <p:nvPr/>
        </p:nvSpPr>
        <p:spPr>
          <a:xfrm>
            <a:off x="182875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"/>
          <p:cNvSpPr/>
          <p:nvPr/>
        </p:nvSpPr>
        <p:spPr>
          <a:xfrm>
            <a:off x="243833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"/>
          <p:cNvSpPr/>
          <p:nvPr/>
        </p:nvSpPr>
        <p:spPr>
          <a:xfrm>
            <a:off x="304792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"/>
          <p:cNvSpPr/>
          <p:nvPr/>
        </p:nvSpPr>
        <p:spPr>
          <a:xfrm>
            <a:off x="365750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"/>
          <p:cNvSpPr/>
          <p:nvPr/>
        </p:nvSpPr>
        <p:spPr>
          <a:xfrm>
            <a:off x="426709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"/>
          <p:cNvSpPr/>
          <p:nvPr/>
        </p:nvSpPr>
        <p:spPr>
          <a:xfrm>
            <a:off x="487667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"/>
          <p:cNvSpPr/>
          <p:nvPr/>
        </p:nvSpPr>
        <p:spPr>
          <a:xfrm>
            <a:off x="548626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"/>
          <p:cNvSpPr/>
          <p:nvPr/>
        </p:nvSpPr>
        <p:spPr>
          <a:xfrm>
            <a:off x="609584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"/>
          <p:cNvSpPr/>
          <p:nvPr/>
        </p:nvSpPr>
        <p:spPr>
          <a:xfrm>
            <a:off x="670543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"/>
          <p:cNvSpPr/>
          <p:nvPr/>
        </p:nvSpPr>
        <p:spPr>
          <a:xfrm>
            <a:off x="731501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"/>
          <p:cNvSpPr/>
          <p:nvPr/>
        </p:nvSpPr>
        <p:spPr>
          <a:xfrm>
            <a:off x="792460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"/>
          <p:cNvSpPr/>
          <p:nvPr/>
        </p:nvSpPr>
        <p:spPr>
          <a:xfrm>
            <a:off x="853418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"/>
          <p:cNvSpPr/>
          <p:nvPr/>
        </p:nvSpPr>
        <p:spPr>
          <a:xfrm>
            <a:off x="914377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"/>
          <p:cNvSpPr/>
          <p:nvPr/>
        </p:nvSpPr>
        <p:spPr>
          <a:xfrm>
            <a:off x="975335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"/>
          <p:cNvSpPr/>
          <p:nvPr/>
        </p:nvSpPr>
        <p:spPr>
          <a:xfrm>
            <a:off x="1036294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"/>
          <p:cNvSpPr/>
          <p:nvPr/>
        </p:nvSpPr>
        <p:spPr>
          <a:xfrm>
            <a:off x="1097252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"/>
          <p:cNvSpPr/>
          <p:nvPr/>
        </p:nvSpPr>
        <p:spPr>
          <a:xfrm>
            <a:off x="1158211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"/>
          <p:cNvSpPr/>
          <p:nvPr/>
        </p:nvSpPr>
        <p:spPr>
          <a:xfrm>
            <a:off x="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"/>
          <p:cNvSpPr/>
          <p:nvPr/>
        </p:nvSpPr>
        <p:spPr>
          <a:xfrm>
            <a:off x="609585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"/>
          <p:cNvSpPr/>
          <p:nvPr/>
        </p:nvSpPr>
        <p:spPr>
          <a:xfrm>
            <a:off x="121917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"/>
          <p:cNvSpPr/>
          <p:nvPr/>
        </p:nvSpPr>
        <p:spPr>
          <a:xfrm>
            <a:off x="182875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"/>
          <p:cNvSpPr/>
          <p:nvPr/>
        </p:nvSpPr>
        <p:spPr>
          <a:xfrm>
            <a:off x="243833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"/>
          <p:cNvSpPr/>
          <p:nvPr/>
        </p:nvSpPr>
        <p:spPr>
          <a:xfrm>
            <a:off x="304792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"/>
          <p:cNvSpPr/>
          <p:nvPr/>
        </p:nvSpPr>
        <p:spPr>
          <a:xfrm>
            <a:off x="365750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"/>
          <p:cNvSpPr/>
          <p:nvPr/>
        </p:nvSpPr>
        <p:spPr>
          <a:xfrm>
            <a:off x="426709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"/>
          <p:cNvSpPr/>
          <p:nvPr/>
        </p:nvSpPr>
        <p:spPr>
          <a:xfrm>
            <a:off x="487667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"/>
          <p:cNvSpPr/>
          <p:nvPr/>
        </p:nvSpPr>
        <p:spPr>
          <a:xfrm>
            <a:off x="548626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"/>
          <p:cNvSpPr/>
          <p:nvPr/>
        </p:nvSpPr>
        <p:spPr>
          <a:xfrm>
            <a:off x="609584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"/>
          <p:cNvSpPr/>
          <p:nvPr/>
        </p:nvSpPr>
        <p:spPr>
          <a:xfrm>
            <a:off x="670543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"/>
          <p:cNvSpPr/>
          <p:nvPr/>
        </p:nvSpPr>
        <p:spPr>
          <a:xfrm>
            <a:off x="731501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"/>
          <p:cNvSpPr/>
          <p:nvPr/>
        </p:nvSpPr>
        <p:spPr>
          <a:xfrm>
            <a:off x="792460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"/>
          <p:cNvSpPr/>
          <p:nvPr/>
        </p:nvSpPr>
        <p:spPr>
          <a:xfrm>
            <a:off x="853418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"/>
          <p:cNvSpPr/>
          <p:nvPr/>
        </p:nvSpPr>
        <p:spPr>
          <a:xfrm>
            <a:off x="914377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"/>
          <p:cNvSpPr/>
          <p:nvPr/>
        </p:nvSpPr>
        <p:spPr>
          <a:xfrm>
            <a:off x="975335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"/>
          <p:cNvSpPr/>
          <p:nvPr/>
        </p:nvSpPr>
        <p:spPr>
          <a:xfrm>
            <a:off x="1036294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"/>
          <p:cNvSpPr/>
          <p:nvPr/>
        </p:nvSpPr>
        <p:spPr>
          <a:xfrm>
            <a:off x="1097252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"/>
          <p:cNvSpPr/>
          <p:nvPr/>
        </p:nvSpPr>
        <p:spPr>
          <a:xfrm>
            <a:off x="1158211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"/>
          <p:cNvSpPr/>
          <p:nvPr/>
        </p:nvSpPr>
        <p:spPr>
          <a:xfrm>
            <a:off x="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"/>
          <p:cNvSpPr/>
          <p:nvPr/>
        </p:nvSpPr>
        <p:spPr>
          <a:xfrm>
            <a:off x="609585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"/>
          <p:cNvSpPr/>
          <p:nvPr/>
        </p:nvSpPr>
        <p:spPr>
          <a:xfrm>
            <a:off x="121917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"/>
          <p:cNvSpPr/>
          <p:nvPr/>
        </p:nvSpPr>
        <p:spPr>
          <a:xfrm>
            <a:off x="182875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"/>
          <p:cNvSpPr/>
          <p:nvPr/>
        </p:nvSpPr>
        <p:spPr>
          <a:xfrm>
            <a:off x="243833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"/>
          <p:cNvSpPr/>
          <p:nvPr/>
        </p:nvSpPr>
        <p:spPr>
          <a:xfrm>
            <a:off x="304792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"/>
          <p:cNvSpPr/>
          <p:nvPr/>
        </p:nvSpPr>
        <p:spPr>
          <a:xfrm>
            <a:off x="365750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"/>
          <p:cNvSpPr/>
          <p:nvPr/>
        </p:nvSpPr>
        <p:spPr>
          <a:xfrm>
            <a:off x="426709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"/>
          <p:cNvSpPr/>
          <p:nvPr/>
        </p:nvSpPr>
        <p:spPr>
          <a:xfrm>
            <a:off x="487667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"/>
          <p:cNvSpPr/>
          <p:nvPr/>
        </p:nvSpPr>
        <p:spPr>
          <a:xfrm>
            <a:off x="548626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"/>
          <p:cNvSpPr/>
          <p:nvPr/>
        </p:nvSpPr>
        <p:spPr>
          <a:xfrm>
            <a:off x="609584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"/>
          <p:cNvSpPr/>
          <p:nvPr/>
        </p:nvSpPr>
        <p:spPr>
          <a:xfrm>
            <a:off x="670543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"/>
          <p:cNvSpPr/>
          <p:nvPr/>
        </p:nvSpPr>
        <p:spPr>
          <a:xfrm>
            <a:off x="731501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"/>
          <p:cNvSpPr/>
          <p:nvPr/>
        </p:nvSpPr>
        <p:spPr>
          <a:xfrm>
            <a:off x="792460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"/>
          <p:cNvSpPr/>
          <p:nvPr/>
        </p:nvSpPr>
        <p:spPr>
          <a:xfrm>
            <a:off x="853418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"/>
          <p:cNvSpPr/>
          <p:nvPr/>
        </p:nvSpPr>
        <p:spPr>
          <a:xfrm>
            <a:off x="914377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"/>
          <p:cNvSpPr/>
          <p:nvPr/>
        </p:nvSpPr>
        <p:spPr>
          <a:xfrm>
            <a:off x="975335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"/>
          <p:cNvSpPr/>
          <p:nvPr/>
        </p:nvSpPr>
        <p:spPr>
          <a:xfrm>
            <a:off x="1036294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"/>
          <p:cNvSpPr/>
          <p:nvPr/>
        </p:nvSpPr>
        <p:spPr>
          <a:xfrm>
            <a:off x="1097252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"/>
          <p:cNvSpPr/>
          <p:nvPr/>
        </p:nvSpPr>
        <p:spPr>
          <a:xfrm>
            <a:off x="1158211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"/>
          <p:cNvSpPr/>
          <p:nvPr/>
        </p:nvSpPr>
        <p:spPr>
          <a:xfrm>
            <a:off x="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"/>
          <p:cNvSpPr/>
          <p:nvPr/>
        </p:nvSpPr>
        <p:spPr>
          <a:xfrm>
            <a:off x="609585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"/>
          <p:cNvSpPr/>
          <p:nvPr/>
        </p:nvSpPr>
        <p:spPr>
          <a:xfrm>
            <a:off x="121917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"/>
          <p:cNvSpPr/>
          <p:nvPr/>
        </p:nvSpPr>
        <p:spPr>
          <a:xfrm>
            <a:off x="182875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"/>
          <p:cNvSpPr/>
          <p:nvPr/>
        </p:nvSpPr>
        <p:spPr>
          <a:xfrm>
            <a:off x="243833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"/>
          <p:cNvSpPr/>
          <p:nvPr/>
        </p:nvSpPr>
        <p:spPr>
          <a:xfrm>
            <a:off x="304792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"/>
          <p:cNvSpPr/>
          <p:nvPr/>
        </p:nvSpPr>
        <p:spPr>
          <a:xfrm>
            <a:off x="365750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"/>
          <p:cNvSpPr/>
          <p:nvPr/>
        </p:nvSpPr>
        <p:spPr>
          <a:xfrm>
            <a:off x="426709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"/>
          <p:cNvSpPr/>
          <p:nvPr/>
        </p:nvSpPr>
        <p:spPr>
          <a:xfrm>
            <a:off x="487667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"/>
          <p:cNvSpPr/>
          <p:nvPr/>
        </p:nvSpPr>
        <p:spPr>
          <a:xfrm>
            <a:off x="548626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"/>
          <p:cNvSpPr/>
          <p:nvPr/>
        </p:nvSpPr>
        <p:spPr>
          <a:xfrm>
            <a:off x="609584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"/>
          <p:cNvSpPr/>
          <p:nvPr/>
        </p:nvSpPr>
        <p:spPr>
          <a:xfrm>
            <a:off x="670543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"/>
          <p:cNvSpPr/>
          <p:nvPr/>
        </p:nvSpPr>
        <p:spPr>
          <a:xfrm>
            <a:off x="731501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"/>
          <p:cNvSpPr/>
          <p:nvPr/>
        </p:nvSpPr>
        <p:spPr>
          <a:xfrm>
            <a:off x="792460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"/>
          <p:cNvSpPr/>
          <p:nvPr/>
        </p:nvSpPr>
        <p:spPr>
          <a:xfrm>
            <a:off x="853418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"/>
          <p:cNvSpPr/>
          <p:nvPr/>
        </p:nvSpPr>
        <p:spPr>
          <a:xfrm>
            <a:off x="914377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"/>
          <p:cNvSpPr/>
          <p:nvPr/>
        </p:nvSpPr>
        <p:spPr>
          <a:xfrm>
            <a:off x="975335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"/>
          <p:cNvSpPr/>
          <p:nvPr/>
        </p:nvSpPr>
        <p:spPr>
          <a:xfrm>
            <a:off x="1036294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"/>
          <p:cNvSpPr/>
          <p:nvPr/>
        </p:nvSpPr>
        <p:spPr>
          <a:xfrm>
            <a:off x="1097252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"/>
          <p:cNvSpPr/>
          <p:nvPr/>
        </p:nvSpPr>
        <p:spPr>
          <a:xfrm>
            <a:off x="1158211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"/>
          <p:cNvSpPr/>
          <p:nvPr/>
        </p:nvSpPr>
        <p:spPr>
          <a:xfrm>
            <a:off x="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"/>
          <p:cNvSpPr/>
          <p:nvPr/>
        </p:nvSpPr>
        <p:spPr>
          <a:xfrm>
            <a:off x="609585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"/>
          <p:cNvSpPr/>
          <p:nvPr/>
        </p:nvSpPr>
        <p:spPr>
          <a:xfrm>
            <a:off x="121917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"/>
          <p:cNvSpPr/>
          <p:nvPr/>
        </p:nvSpPr>
        <p:spPr>
          <a:xfrm>
            <a:off x="182875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"/>
          <p:cNvSpPr/>
          <p:nvPr/>
        </p:nvSpPr>
        <p:spPr>
          <a:xfrm>
            <a:off x="243833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"/>
          <p:cNvSpPr/>
          <p:nvPr/>
        </p:nvSpPr>
        <p:spPr>
          <a:xfrm>
            <a:off x="304792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"/>
          <p:cNvSpPr/>
          <p:nvPr/>
        </p:nvSpPr>
        <p:spPr>
          <a:xfrm>
            <a:off x="365750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"/>
          <p:cNvSpPr/>
          <p:nvPr/>
        </p:nvSpPr>
        <p:spPr>
          <a:xfrm>
            <a:off x="426709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"/>
          <p:cNvSpPr/>
          <p:nvPr/>
        </p:nvSpPr>
        <p:spPr>
          <a:xfrm>
            <a:off x="487667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"/>
          <p:cNvSpPr/>
          <p:nvPr/>
        </p:nvSpPr>
        <p:spPr>
          <a:xfrm>
            <a:off x="548626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"/>
          <p:cNvSpPr/>
          <p:nvPr/>
        </p:nvSpPr>
        <p:spPr>
          <a:xfrm>
            <a:off x="609584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"/>
          <p:cNvSpPr/>
          <p:nvPr/>
        </p:nvSpPr>
        <p:spPr>
          <a:xfrm>
            <a:off x="670543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"/>
          <p:cNvSpPr/>
          <p:nvPr/>
        </p:nvSpPr>
        <p:spPr>
          <a:xfrm>
            <a:off x="731501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"/>
          <p:cNvSpPr/>
          <p:nvPr/>
        </p:nvSpPr>
        <p:spPr>
          <a:xfrm>
            <a:off x="792460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"/>
          <p:cNvSpPr/>
          <p:nvPr/>
        </p:nvSpPr>
        <p:spPr>
          <a:xfrm>
            <a:off x="853418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"/>
          <p:cNvSpPr/>
          <p:nvPr/>
        </p:nvSpPr>
        <p:spPr>
          <a:xfrm>
            <a:off x="914377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"/>
          <p:cNvSpPr/>
          <p:nvPr/>
        </p:nvSpPr>
        <p:spPr>
          <a:xfrm>
            <a:off x="975335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"/>
          <p:cNvSpPr/>
          <p:nvPr/>
        </p:nvSpPr>
        <p:spPr>
          <a:xfrm>
            <a:off x="1036294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"/>
          <p:cNvSpPr/>
          <p:nvPr/>
        </p:nvSpPr>
        <p:spPr>
          <a:xfrm>
            <a:off x="1097252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"/>
          <p:cNvSpPr/>
          <p:nvPr/>
        </p:nvSpPr>
        <p:spPr>
          <a:xfrm>
            <a:off x="1158211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"/>
          <p:cNvSpPr/>
          <p:nvPr/>
        </p:nvSpPr>
        <p:spPr>
          <a:xfrm>
            <a:off x="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"/>
          <p:cNvSpPr/>
          <p:nvPr/>
        </p:nvSpPr>
        <p:spPr>
          <a:xfrm>
            <a:off x="609585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"/>
          <p:cNvSpPr/>
          <p:nvPr/>
        </p:nvSpPr>
        <p:spPr>
          <a:xfrm>
            <a:off x="121917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"/>
          <p:cNvSpPr/>
          <p:nvPr/>
        </p:nvSpPr>
        <p:spPr>
          <a:xfrm>
            <a:off x="182875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"/>
          <p:cNvSpPr/>
          <p:nvPr/>
        </p:nvSpPr>
        <p:spPr>
          <a:xfrm>
            <a:off x="243833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"/>
          <p:cNvSpPr/>
          <p:nvPr/>
        </p:nvSpPr>
        <p:spPr>
          <a:xfrm>
            <a:off x="304792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"/>
          <p:cNvSpPr/>
          <p:nvPr/>
        </p:nvSpPr>
        <p:spPr>
          <a:xfrm>
            <a:off x="365750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"/>
          <p:cNvSpPr/>
          <p:nvPr/>
        </p:nvSpPr>
        <p:spPr>
          <a:xfrm>
            <a:off x="426709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3"/>
          <p:cNvSpPr/>
          <p:nvPr/>
        </p:nvSpPr>
        <p:spPr>
          <a:xfrm>
            <a:off x="487667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"/>
          <p:cNvSpPr/>
          <p:nvPr/>
        </p:nvSpPr>
        <p:spPr>
          <a:xfrm>
            <a:off x="548626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"/>
          <p:cNvSpPr/>
          <p:nvPr/>
        </p:nvSpPr>
        <p:spPr>
          <a:xfrm>
            <a:off x="609584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"/>
          <p:cNvSpPr/>
          <p:nvPr/>
        </p:nvSpPr>
        <p:spPr>
          <a:xfrm>
            <a:off x="670543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"/>
          <p:cNvSpPr/>
          <p:nvPr/>
        </p:nvSpPr>
        <p:spPr>
          <a:xfrm>
            <a:off x="731501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"/>
          <p:cNvSpPr/>
          <p:nvPr/>
        </p:nvSpPr>
        <p:spPr>
          <a:xfrm>
            <a:off x="792460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"/>
          <p:cNvSpPr/>
          <p:nvPr/>
        </p:nvSpPr>
        <p:spPr>
          <a:xfrm>
            <a:off x="853418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"/>
          <p:cNvSpPr/>
          <p:nvPr/>
        </p:nvSpPr>
        <p:spPr>
          <a:xfrm>
            <a:off x="914377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"/>
          <p:cNvSpPr/>
          <p:nvPr/>
        </p:nvSpPr>
        <p:spPr>
          <a:xfrm>
            <a:off x="975335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"/>
          <p:cNvSpPr/>
          <p:nvPr/>
        </p:nvSpPr>
        <p:spPr>
          <a:xfrm>
            <a:off x="1036294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"/>
          <p:cNvSpPr/>
          <p:nvPr/>
        </p:nvSpPr>
        <p:spPr>
          <a:xfrm>
            <a:off x="1097252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"/>
          <p:cNvSpPr/>
          <p:nvPr/>
        </p:nvSpPr>
        <p:spPr>
          <a:xfrm>
            <a:off x="1158211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"/>
          <p:cNvSpPr/>
          <p:nvPr/>
        </p:nvSpPr>
        <p:spPr>
          <a:xfrm>
            <a:off x="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"/>
          <p:cNvSpPr/>
          <p:nvPr/>
        </p:nvSpPr>
        <p:spPr>
          <a:xfrm>
            <a:off x="609585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"/>
          <p:cNvSpPr/>
          <p:nvPr/>
        </p:nvSpPr>
        <p:spPr>
          <a:xfrm>
            <a:off x="121917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"/>
          <p:cNvSpPr/>
          <p:nvPr/>
        </p:nvSpPr>
        <p:spPr>
          <a:xfrm>
            <a:off x="182875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"/>
          <p:cNvSpPr/>
          <p:nvPr/>
        </p:nvSpPr>
        <p:spPr>
          <a:xfrm>
            <a:off x="243833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"/>
          <p:cNvSpPr/>
          <p:nvPr/>
        </p:nvSpPr>
        <p:spPr>
          <a:xfrm>
            <a:off x="304792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"/>
          <p:cNvSpPr/>
          <p:nvPr/>
        </p:nvSpPr>
        <p:spPr>
          <a:xfrm>
            <a:off x="365750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"/>
          <p:cNvSpPr/>
          <p:nvPr/>
        </p:nvSpPr>
        <p:spPr>
          <a:xfrm>
            <a:off x="426709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"/>
          <p:cNvSpPr/>
          <p:nvPr/>
        </p:nvSpPr>
        <p:spPr>
          <a:xfrm>
            <a:off x="487667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"/>
          <p:cNvSpPr/>
          <p:nvPr/>
        </p:nvSpPr>
        <p:spPr>
          <a:xfrm>
            <a:off x="548626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"/>
          <p:cNvSpPr/>
          <p:nvPr/>
        </p:nvSpPr>
        <p:spPr>
          <a:xfrm>
            <a:off x="609584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"/>
          <p:cNvSpPr/>
          <p:nvPr/>
        </p:nvSpPr>
        <p:spPr>
          <a:xfrm>
            <a:off x="670543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"/>
          <p:cNvSpPr/>
          <p:nvPr/>
        </p:nvSpPr>
        <p:spPr>
          <a:xfrm>
            <a:off x="731501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"/>
          <p:cNvSpPr/>
          <p:nvPr/>
        </p:nvSpPr>
        <p:spPr>
          <a:xfrm>
            <a:off x="792460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"/>
          <p:cNvSpPr/>
          <p:nvPr/>
        </p:nvSpPr>
        <p:spPr>
          <a:xfrm>
            <a:off x="853418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"/>
          <p:cNvSpPr/>
          <p:nvPr/>
        </p:nvSpPr>
        <p:spPr>
          <a:xfrm>
            <a:off x="914377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"/>
          <p:cNvSpPr/>
          <p:nvPr/>
        </p:nvSpPr>
        <p:spPr>
          <a:xfrm>
            <a:off x="975335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"/>
          <p:cNvSpPr/>
          <p:nvPr/>
        </p:nvSpPr>
        <p:spPr>
          <a:xfrm>
            <a:off x="1036294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"/>
          <p:cNvSpPr/>
          <p:nvPr/>
        </p:nvSpPr>
        <p:spPr>
          <a:xfrm>
            <a:off x="1097252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"/>
          <p:cNvSpPr/>
          <p:nvPr/>
        </p:nvSpPr>
        <p:spPr>
          <a:xfrm>
            <a:off x="1158211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"/>
          <p:cNvSpPr/>
          <p:nvPr/>
        </p:nvSpPr>
        <p:spPr>
          <a:xfrm>
            <a:off x="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"/>
          <p:cNvSpPr/>
          <p:nvPr/>
        </p:nvSpPr>
        <p:spPr>
          <a:xfrm>
            <a:off x="609585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"/>
          <p:cNvSpPr/>
          <p:nvPr/>
        </p:nvSpPr>
        <p:spPr>
          <a:xfrm>
            <a:off x="121917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"/>
          <p:cNvSpPr/>
          <p:nvPr/>
        </p:nvSpPr>
        <p:spPr>
          <a:xfrm>
            <a:off x="182875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"/>
          <p:cNvSpPr/>
          <p:nvPr/>
        </p:nvSpPr>
        <p:spPr>
          <a:xfrm>
            <a:off x="243833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"/>
          <p:cNvSpPr/>
          <p:nvPr/>
        </p:nvSpPr>
        <p:spPr>
          <a:xfrm>
            <a:off x="304792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"/>
          <p:cNvSpPr/>
          <p:nvPr/>
        </p:nvSpPr>
        <p:spPr>
          <a:xfrm>
            <a:off x="365750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"/>
          <p:cNvSpPr/>
          <p:nvPr/>
        </p:nvSpPr>
        <p:spPr>
          <a:xfrm>
            <a:off x="426709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"/>
          <p:cNvSpPr/>
          <p:nvPr/>
        </p:nvSpPr>
        <p:spPr>
          <a:xfrm>
            <a:off x="487667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"/>
          <p:cNvSpPr/>
          <p:nvPr/>
        </p:nvSpPr>
        <p:spPr>
          <a:xfrm>
            <a:off x="548626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"/>
          <p:cNvSpPr/>
          <p:nvPr/>
        </p:nvSpPr>
        <p:spPr>
          <a:xfrm>
            <a:off x="609584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"/>
          <p:cNvSpPr/>
          <p:nvPr/>
        </p:nvSpPr>
        <p:spPr>
          <a:xfrm>
            <a:off x="670543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"/>
          <p:cNvSpPr/>
          <p:nvPr/>
        </p:nvSpPr>
        <p:spPr>
          <a:xfrm>
            <a:off x="731501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"/>
          <p:cNvSpPr/>
          <p:nvPr/>
        </p:nvSpPr>
        <p:spPr>
          <a:xfrm>
            <a:off x="792460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"/>
          <p:cNvSpPr/>
          <p:nvPr/>
        </p:nvSpPr>
        <p:spPr>
          <a:xfrm>
            <a:off x="853418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"/>
          <p:cNvSpPr/>
          <p:nvPr/>
        </p:nvSpPr>
        <p:spPr>
          <a:xfrm>
            <a:off x="914377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"/>
          <p:cNvSpPr/>
          <p:nvPr/>
        </p:nvSpPr>
        <p:spPr>
          <a:xfrm>
            <a:off x="975335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"/>
          <p:cNvSpPr/>
          <p:nvPr/>
        </p:nvSpPr>
        <p:spPr>
          <a:xfrm>
            <a:off x="1036294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"/>
          <p:cNvSpPr/>
          <p:nvPr/>
        </p:nvSpPr>
        <p:spPr>
          <a:xfrm>
            <a:off x="1097252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"/>
          <p:cNvSpPr/>
          <p:nvPr/>
        </p:nvSpPr>
        <p:spPr>
          <a:xfrm>
            <a:off x="1158211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"/>
          <p:cNvSpPr/>
          <p:nvPr/>
        </p:nvSpPr>
        <p:spPr>
          <a:xfrm>
            <a:off x="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"/>
          <p:cNvSpPr/>
          <p:nvPr/>
        </p:nvSpPr>
        <p:spPr>
          <a:xfrm>
            <a:off x="609585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"/>
          <p:cNvSpPr/>
          <p:nvPr/>
        </p:nvSpPr>
        <p:spPr>
          <a:xfrm>
            <a:off x="121917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"/>
          <p:cNvSpPr/>
          <p:nvPr/>
        </p:nvSpPr>
        <p:spPr>
          <a:xfrm>
            <a:off x="182875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"/>
          <p:cNvSpPr/>
          <p:nvPr/>
        </p:nvSpPr>
        <p:spPr>
          <a:xfrm>
            <a:off x="243833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"/>
          <p:cNvSpPr/>
          <p:nvPr/>
        </p:nvSpPr>
        <p:spPr>
          <a:xfrm>
            <a:off x="304792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"/>
          <p:cNvSpPr/>
          <p:nvPr/>
        </p:nvSpPr>
        <p:spPr>
          <a:xfrm>
            <a:off x="365750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"/>
          <p:cNvSpPr/>
          <p:nvPr/>
        </p:nvSpPr>
        <p:spPr>
          <a:xfrm>
            <a:off x="426709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"/>
          <p:cNvSpPr/>
          <p:nvPr/>
        </p:nvSpPr>
        <p:spPr>
          <a:xfrm>
            <a:off x="487667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"/>
          <p:cNvSpPr/>
          <p:nvPr/>
        </p:nvSpPr>
        <p:spPr>
          <a:xfrm>
            <a:off x="548626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"/>
          <p:cNvSpPr/>
          <p:nvPr/>
        </p:nvSpPr>
        <p:spPr>
          <a:xfrm>
            <a:off x="609584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"/>
          <p:cNvSpPr/>
          <p:nvPr/>
        </p:nvSpPr>
        <p:spPr>
          <a:xfrm>
            <a:off x="670543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"/>
          <p:cNvSpPr/>
          <p:nvPr/>
        </p:nvSpPr>
        <p:spPr>
          <a:xfrm>
            <a:off x="731501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"/>
          <p:cNvSpPr/>
          <p:nvPr/>
        </p:nvSpPr>
        <p:spPr>
          <a:xfrm>
            <a:off x="792460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"/>
          <p:cNvSpPr/>
          <p:nvPr/>
        </p:nvSpPr>
        <p:spPr>
          <a:xfrm>
            <a:off x="853418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"/>
          <p:cNvSpPr/>
          <p:nvPr/>
        </p:nvSpPr>
        <p:spPr>
          <a:xfrm>
            <a:off x="914377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"/>
          <p:cNvSpPr/>
          <p:nvPr/>
        </p:nvSpPr>
        <p:spPr>
          <a:xfrm>
            <a:off x="975335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"/>
          <p:cNvSpPr/>
          <p:nvPr/>
        </p:nvSpPr>
        <p:spPr>
          <a:xfrm>
            <a:off x="1036294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"/>
          <p:cNvSpPr/>
          <p:nvPr/>
        </p:nvSpPr>
        <p:spPr>
          <a:xfrm>
            <a:off x="1097252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"/>
          <p:cNvSpPr/>
          <p:nvPr/>
        </p:nvSpPr>
        <p:spPr>
          <a:xfrm>
            <a:off x="1158211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"/>
          <p:cNvSpPr/>
          <p:nvPr/>
        </p:nvSpPr>
        <p:spPr>
          <a:xfrm>
            <a:off x="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"/>
          <p:cNvSpPr/>
          <p:nvPr/>
        </p:nvSpPr>
        <p:spPr>
          <a:xfrm>
            <a:off x="609585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"/>
          <p:cNvSpPr/>
          <p:nvPr/>
        </p:nvSpPr>
        <p:spPr>
          <a:xfrm>
            <a:off x="121917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"/>
          <p:cNvSpPr/>
          <p:nvPr/>
        </p:nvSpPr>
        <p:spPr>
          <a:xfrm>
            <a:off x="182875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"/>
          <p:cNvSpPr/>
          <p:nvPr/>
        </p:nvSpPr>
        <p:spPr>
          <a:xfrm>
            <a:off x="243833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"/>
          <p:cNvSpPr/>
          <p:nvPr/>
        </p:nvSpPr>
        <p:spPr>
          <a:xfrm>
            <a:off x="304792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"/>
          <p:cNvSpPr/>
          <p:nvPr/>
        </p:nvSpPr>
        <p:spPr>
          <a:xfrm>
            <a:off x="365750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"/>
          <p:cNvSpPr/>
          <p:nvPr/>
        </p:nvSpPr>
        <p:spPr>
          <a:xfrm>
            <a:off x="426709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"/>
          <p:cNvSpPr/>
          <p:nvPr/>
        </p:nvSpPr>
        <p:spPr>
          <a:xfrm>
            <a:off x="487667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"/>
          <p:cNvSpPr/>
          <p:nvPr/>
        </p:nvSpPr>
        <p:spPr>
          <a:xfrm>
            <a:off x="548626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"/>
          <p:cNvSpPr/>
          <p:nvPr/>
        </p:nvSpPr>
        <p:spPr>
          <a:xfrm>
            <a:off x="609584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"/>
          <p:cNvSpPr/>
          <p:nvPr/>
        </p:nvSpPr>
        <p:spPr>
          <a:xfrm>
            <a:off x="670543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"/>
          <p:cNvSpPr/>
          <p:nvPr/>
        </p:nvSpPr>
        <p:spPr>
          <a:xfrm>
            <a:off x="731501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"/>
          <p:cNvSpPr/>
          <p:nvPr/>
        </p:nvSpPr>
        <p:spPr>
          <a:xfrm>
            <a:off x="792460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"/>
          <p:cNvSpPr/>
          <p:nvPr/>
        </p:nvSpPr>
        <p:spPr>
          <a:xfrm>
            <a:off x="853418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"/>
          <p:cNvSpPr/>
          <p:nvPr/>
        </p:nvSpPr>
        <p:spPr>
          <a:xfrm>
            <a:off x="914377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"/>
          <p:cNvSpPr/>
          <p:nvPr/>
        </p:nvSpPr>
        <p:spPr>
          <a:xfrm>
            <a:off x="975335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"/>
          <p:cNvSpPr/>
          <p:nvPr/>
        </p:nvSpPr>
        <p:spPr>
          <a:xfrm>
            <a:off x="1036294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"/>
          <p:cNvSpPr/>
          <p:nvPr/>
        </p:nvSpPr>
        <p:spPr>
          <a:xfrm>
            <a:off x="1097252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"/>
          <p:cNvSpPr/>
          <p:nvPr/>
        </p:nvSpPr>
        <p:spPr>
          <a:xfrm>
            <a:off x="1158211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"/>
          <p:cNvSpPr/>
          <p:nvPr/>
        </p:nvSpPr>
        <p:spPr>
          <a:xfrm>
            <a:off x="7863840" y="320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GRADE 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"/>
          <p:cNvSpPr/>
          <p:nvPr/>
        </p:nvSpPr>
        <p:spPr>
          <a:xfrm>
            <a:off x="-548640" y="5074920"/>
            <a:ext cx="6400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4F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16304F"/>
                </a:solidFill>
                <a:latin typeface="Arial"/>
                <a:ea typeface="Arial"/>
                <a:cs typeface="Arial"/>
                <a:sym typeface="Arial"/>
              </a:rPr>
              <a:t>Grades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"/>
          <p:cNvSpPr/>
          <p:nvPr/>
        </p:nvSpPr>
        <p:spPr>
          <a:xfrm>
            <a:off x="685800" y="1463040"/>
            <a:ext cx="5120640" cy="4480560"/>
          </a:xfrm>
          <a:prstGeom prst="roundRect">
            <a:avLst>
              <a:gd fmla="val 1633" name="adj"/>
            </a:avLst>
          </a:prstGeom>
          <a:solidFill>
            <a:srgbClr val="0A1830"/>
          </a:solidFill>
          <a:ln cap="flat" cmpd="sng" w="12700">
            <a:solidFill>
              <a:srgbClr val="24466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635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"/>
          <p:cNvSpPr/>
          <p:nvPr/>
        </p:nvSpPr>
        <p:spPr>
          <a:xfrm>
            <a:off x="685800" y="1463040"/>
            <a:ext cx="5120640" cy="365760"/>
          </a:xfrm>
          <a:prstGeom prst="rect">
            <a:avLst/>
          </a:prstGeom>
          <a:solidFill>
            <a:srgbClr val="13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"/>
          <p:cNvSpPr/>
          <p:nvPr/>
        </p:nvSpPr>
        <p:spPr>
          <a:xfrm>
            <a:off x="886968" y="1581912"/>
            <a:ext cx="128016" cy="128016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"/>
          <p:cNvSpPr/>
          <p:nvPr/>
        </p:nvSpPr>
        <p:spPr>
          <a:xfrm>
            <a:off x="1143000" y="1581912"/>
            <a:ext cx="128016" cy="128016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"/>
          <p:cNvSpPr/>
          <p:nvPr/>
        </p:nvSpPr>
        <p:spPr>
          <a:xfrm>
            <a:off x="1399032" y="1581912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"/>
          <p:cNvSpPr/>
          <p:nvPr/>
        </p:nvSpPr>
        <p:spPr>
          <a:xfrm>
            <a:off x="685800" y="14630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2D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FC2DE"/>
                </a:solidFill>
                <a:latin typeface="Consolas"/>
                <a:ea typeface="Consolas"/>
                <a:cs typeface="Consolas"/>
                <a:sym typeface="Consolas"/>
              </a:rPr>
              <a:t>run_grade_manager()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"/>
          <p:cNvSpPr/>
          <p:nvPr/>
        </p:nvSpPr>
        <p:spPr>
          <a:xfrm>
            <a:off x="1051560" y="2057400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1- Add Student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"/>
          <p:cNvSpPr/>
          <p:nvPr/>
        </p:nvSpPr>
        <p:spPr>
          <a:xfrm>
            <a:off x="1051560" y="2478024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2- Update Grades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"/>
          <p:cNvSpPr/>
          <p:nvPr/>
        </p:nvSpPr>
        <p:spPr>
          <a:xfrm>
            <a:off x="1051560" y="289864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3- Find Student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"/>
          <p:cNvSpPr/>
          <p:nvPr/>
        </p:nvSpPr>
        <p:spPr>
          <a:xfrm>
            <a:off x="1051560" y="3319272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4- Display Student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"/>
          <p:cNvSpPr/>
          <p:nvPr/>
        </p:nvSpPr>
        <p:spPr>
          <a:xfrm>
            <a:off x="1051560" y="3739896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5- Class Statistics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"/>
          <p:cNvSpPr/>
          <p:nvPr/>
        </p:nvSpPr>
        <p:spPr>
          <a:xfrm>
            <a:off x="1051560" y="4160520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6- Sort Students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"/>
          <p:cNvSpPr/>
          <p:nvPr/>
        </p:nvSpPr>
        <p:spPr>
          <a:xfrm>
            <a:off x="1051560" y="4581144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7- Exit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"/>
          <p:cNvSpPr/>
          <p:nvPr/>
        </p:nvSpPr>
        <p:spPr>
          <a:xfrm>
            <a:off x="1051560" y="5138928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2E90FA"/>
                </a:solidFill>
                <a:latin typeface="Consolas"/>
                <a:ea typeface="Consolas"/>
                <a:cs typeface="Consolas"/>
                <a:sym typeface="Consolas"/>
              </a:rPr>
              <a:t>Enter your choice : 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"/>
          <p:cNvSpPr/>
          <p:nvPr/>
        </p:nvSpPr>
        <p:spPr>
          <a:xfrm>
            <a:off x="6126480" y="822960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"/>
          <p:cNvSpPr/>
          <p:nvPr/>
        </p:nvSpPr>
        <p:spPr>
          <a:xfrm>
            <a:off x="6126480" y="1874520"/>
            <a:ext cx="5394960" cy="1691640"/>
          </a:xfrm>
          <a:prstGeom prst="roundRect">
            <a:avLst>
              <a:gd fmla="val 4324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"/>
          <p:cNvSpPr/>
          <p:nvPr/>
        </p:nvSpPr>
        <p:spPr>
          <a:xfrm>
            <a:off x="6382512" y="2029968"/>
            <a:ext cx="48920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menu loop keeps printing options 1–7 until the user enters 7, which exits run_grade_manager(). Each number calls one function to add, update, search, display, analyze or sort students.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"/>
          <p:cNvSpPr/>
          <p:nvPr/>
        </p:nvSpPr>
        <p:spPr>
          <a:xfrm>
            <a:off x="6126480" y="3794760"/>
            <a:ext cx="5394960" cy="1691640"/>
          </a:xfrm>
          <a:prstGeom prst="roundRect">
            <a:avLst>
              <a:gd fmla="val 4324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"/>
          <p:cNvSpPr/>
          <p:nvPr/>
        </p:nvSpPr>
        <p:spPr>
          <a:xfrm>
            <a:off x="6382512" y="3950208"/>
            <a:ext cx="48920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student is one dictionary — id, name, math, english, science, programming, average, grade. All students live together in a single list called students.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C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CA0"/>
                </a:solidFill>
                <a:latin typeface="Calibri"/>
                <a:ea typeface="Calibri"/>
                <a:cs typeface="Calibri"/>
                <a:sym typeface="Calibri"/>
              </a:rPr>
              <a:t>03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"/>
          <p:cNvSpPr/>
          <p:nvPr/>
        </p:nvSpPr>
        <p:spPr>
          <a:xfrm>
            <a:off x="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4"/>
          <p:cNvSpPr/>
          <p:nvPr/>
        </p:nvSpPr>
        <p:spPr>
          <a:xfrm>
            <a:off x="609585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4"/>
          <p:cNvSpPr/>
          <p:nvPr/>
        </p:nvSpPr>
        <p:spPr>
          <a:xfrm>
            <a:off x="121917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4"/>
          <p:cNvSpPr/>
          <p:nvPr/>
        </p:nvSpPr>
        <p:spPr>
          <a:xfrm>
            <a:off x="182875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4"/>
          <p:cNvSpPr/>
          <p:nvPr/>
        </p:nvSpPr>
        <p:spPr>
          <a:xfrm>
            <a:off x="243833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4"/>
          <p:cNvSpPr/>
          <p:nvPr/>
        </p:nvSpPr>
        <p:spPr>
          <a:xfrm>
            <a:off x="304792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4"/>
          <p:cNvSpPr/>
          <p:nvPr/>
        </p:nvSpPr>
        <p:spPr>
          <a:xfrm>
            <a:off x="365750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4"/>
          <p:cNvSpPr/>
          <p:nvPr/>
        </p:nvSpPr>
        <p:spPr>
          <a:xfrm>
            <a:off x="426709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4"/>
          <p:cNvSpPr/>
          <p:nvPr/>
        </p:nvSpPr>
        <p:spPr>
          <a:xfrm>
            <a:off x="487667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4"/>
          <p:cNvSpPr/>
          <p:nvPr/>
        </p:nvSpPr>
        <p:spPr>
          <a:xfrm>
            <a:off x="548626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4"/>
          <p:cNvSpPr/>
          <p:nvPr/>
        </p:nvSpPr>
        <p:spPr>
          <a:xfrm>
            <a:off x="609584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4"/>
          <p:cNvSpPr/>
          <p:nvPr/>
        </p:nvSpPr>
        <p:spPr>
          <a:xfrm>
            <a:off x="670543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4"/>
          <p:cNvSpPr/>
          <p:nvPr/>
        </p:nvSpPr>
        <p:spPr>
          <a:xfrm>
            <a:off x="731501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4"/>
          <p:cNvSpPr/>
          <p:nvPr/>
        </p:nvSpPr>
        <p:spPr>
          <a:xfrm>
            <a:off x="792460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4"/>
          <p:cNvSpPr/>
          <p:nvPr/>
        </p:nvSpPr>
        <p:spPr>
          <a:xfrm>
            <a:off x="853418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4"/>
          <p:cNvSpPr/>
          <p:nvPr/>
        </p:nvSpPr>
        <p:spPr>
          <a:xfrm>
            <a:off x="914377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4"/>
          <p:cNvSpPr/>
          <p:nvPr/>
        </p:nvSpPr>
        <p:spPr>
          <a:xfrm>
            <a:off x="975335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4"/>
          <p:cNvSpPr/>
          <p:nvPr/>
        </p:nvSpPr>
        <p:spPr>
          <a:xfrm>
            <a:off x="1036294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4"/>
          <p:cNvSpPr/>
          <p:nvPr/>
        </p:nvSpPr>
        <p:spPr>
          <a:xfrm>
            <a:off x="1097252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4"/>
          <p:cNvSpPr/>
          <p:nvPr/>
        </p:nvSpPr>
        <p:spPr>
          <a:xfrm>
            <a:off x="1158211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4"/>
          <p:cNvSpPr/>
          <p:nvPr/>
        </p:nvSpPr>
        <p:spPr>
          <a:xfrm>
            <a:off x="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4"/>
          <p:cNvSpPr/>
          <p:nvPr/>
        </p:nvSpPr>
        <p:spPr>
          <a:xfrm>
            <a:off x="609585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4"/>
          <p:cNvSpPr/>
          <p:nvPr/>
        </p:nvSpPr>
        <p:spPr>
          <a:xfrm>
            <a:off x="121917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4"/>
          <p:cNvSpPr/>
          <p:nvPr/>
        </p:nvSpPr>
        <p:spPr>
          <a:xfrm>
            <a:off x="182875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4"/>
          <p:cNvSpPr/>
          <p:nvPr/>
        </p:nvSpPr>
        <p:spPr>
          <a:xfrm>
            <a:off x="243833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4"/>
          <p:cNvSpPr/>
          <p:nvPr/>
        </p:nvSpPr>
        <p:spPr>
          <a:xfrm>
            <a:off x="304792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4"/>
          <p:cNvSpPr/>
          <p:nvPr/>
        </p:nvSpPr>
        <p:spPr>
          <a:xfrm>
            <a:off x="365750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4"/>
          <p:cNvSpPr/>
          <p:nvPr/>
        </p:nvSpPr>
        <p:spPr>
          <a:xfrm>
            <a:off x="426709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4"/>
          <p:cNvSpPr/>
          <p:nvPr/>
        </p:nvSpPr>
        <p:spPr>
          <a:xfrm>
            <a:off x="487667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4"/>
          <p:cNvSpPr/>
          <p:nvPr/>
        </p:nvSpPr>
        <p:spPr>
          <a:xfrm>
            <a:off x="548626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4"/>
          <p:cNvSpPr/>
          <p:nvPr/>
        </p:nvSpPr>
        <p:spPr>
          <a:xfrm>
            <a:off x="609584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4"/>
          <p:cNvSpPr/>
          <p:nvPr/>
        </p:nvSpPr>
        <p:spPr>
          <a:xfrm>
            <a:off x="670543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4"/>
          <p:cNvSpPr/>
          <p:nvPr/>
        </p:nvSpPr>
        <p:spPr>
          <a:xfrm>
            <a:off x="731501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4"/>
          <p:cNvSpPr/>
          <p:nvPr/>
        </p:nvSpPr>
        <p:spPr>
          <a:xfrm>
            <a:off x="792460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4"/>
          <p:cNvSpPr/>
          <p:nvPr/>
        </p:nvSpPr>
        <p:spPr>
          <a:xfrm>
            <a:off x="853418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4"/>
          <p:cNvSpPr/>
          <p:nvPr/>
        </p:nvSpPr>
        <p:spPr>
          <a:xfrm>
            <a:off x="914377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4"/>
          <p:cNvSpPr/>
          <p:nvPr/>
        </p:nvSpPr>
        <p:spPr>
          <a:xfrm>
            <a:off x="975335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4"/>
          <p:cNvSpPr/>
          <p:nvPr/>
        </p:nvSpPr>
        <p:spPr>
          <a:xfrm>
            <a:off x="1036294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4"/>
          <p:cNvSpPr/>
          <p:nvPr/>
        </p:nvSpPr>
        <p:spPr>
          <a:xfrm>
            <a:off x="1097252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4"/>
          <p:cNvSpPr/>
          <p:nvPr/>
        </p:nvSpPr>
        <p:spPr>
          <a:xfrm>
            <a:off x="1158211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4"/>
          <p:cNvSpPr/>
          <p:nvPr/>
        </p:nvSpPr>
        <p:spPr>
          <a:xfrm>
            <a:off x="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4"/>
          <p:cNvSpPr/>
          <p:nvPr/>
        </p:nvSpPr>
        <p:spPr>
          <a:xfrm>
            <a:off x="609585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4"/>
          <p:cNvSpPr/>
          <p:nvPr/>
        </p:nvSpPr>
        <p:spPr>
          <a:xfrm>
            <a:off x="121917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4"/>
          <p:cNvSpPr/>
          <p:nvPr/>
        </p:nvSpPr>
        <p:spPr>
          <a:xfrm>
            <a:off x="182875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4"/>
          <p:cNvSpPr/>
          <p:nvPr/>
        </p:nvSpPr>
        <p:spPr>
          <a:xfrm>
            <a:off x="243833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4"/>
          <p:cNvSpPr/>
          <p:nvPr/>
        </p:nvSpPr>
        <p:spPr>
          <a:xfrm>
            <a:off x="304792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4"/>
          <p:cNvSpPr/>
          <p:nvPr/>
        </p:nvSpPr>
        <p:spPr>
          <a:xfrm>
            <a:off x="365750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4"/>
          <p:cNvSpPr/>
          <p:nvPr/>
        </p:nvSpPr>
        <p:spPr>
          <a:xfrm>
            <a:off x="426709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4"/>
          <p:cNvSpPr/>
          <p:nvPr/>
        </p:nvSpPr>
        <p:spPr>
          <a:xfrm>
            <a:off x="487667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4"/>
          <p:cNvSpPr/>
          <p:nvPr/>
        </p:nvSpPr>
        <p:spPr>
          <a:xfrm>
            <a:off x="548626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4"/>
          <p:cNvSpPr/>
          <p:nvPr/>
        </p:nvSpPr>
        <p:spPr>
          <a:xfrm>
            <a:off x="609584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4"/>
          <p:cNvSpPr/>
          <p:nvPr/>
        </p:nvSpPr>
        <p:spPr>
          <a:xfrm>
            <a:off x="670543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4"/>
          <p:cNvSpPr/>
          <p:nvPr/>
        </p:nvSpPr>
        <p:spPr>
          <a:xfrm>
            <a:off x="731501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4"/>
          <p:cNvSpPr/>
          <p:nvPr/>
        </p:nvSpPr>
        <p:spPr>
          <a:xfrm>
            <a:off x="792460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4"/>
          <p:cNvSpPr/>
          <p:nvPr/>
        </p:nvSpPr>
        <p:spPr>
          <a:xfrm>
            <a:off x="853418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4"/>
          <p:cNvSpPr/>
          <p:nvPr/>
        </p:nvSpPr>
        <p:spPr>
          <a:xfrm>
            <a:off x="914377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4"/>
          <p:cNvSpPr/>
          <p:nvPr/>
        </p:nvSpPr>
        <p:spPr>
          <a:xfrm>
            <a:off x="975335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4"/>
          <p:cNvSpPr/>
          <p:nvPr/>
        </p:nvSpPr>
        <p:spPr>
          <a:xfrm>
            <a:off x="1036294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4"/>
          <p:cNvSpPr/>
          <p:nvPr/>
        </p:nvSpPr>
        <p:spPr>
          <a:xfrm>
            <a:off x="1097252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4"/>
          <p:cNvSpPr/>
          <p:nvPr/>
        </p:nvSpPr>
        <p:spPr>
          <a:xfrm>
            <a:off x="1158211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4"/>
          <p:cNvSpPr/>
          <p:nvPr/>
        </p:nvSpPr>
        <p:spPr>
          <a:xfrm>
            <a:off x="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4"/>
          <p:cNvSpPr/>
          <p:nvPr/>
        </p:nvSpPr>
        <p:spPr>
          <a:xfrm>
            <a:off x="609585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4"/>
          <p:cNvSpPr/>
          <p:nvPr/>
        </p:nvSpPr>
        <p:spPr>
          <a:xfrm>
            <a:off x="121917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4"/>
          <p:cNvSpPr/>
          <p:nvPr/>
        </p:nvSpPr>
        <p:spPr>
          <a:xfrm>
            <a:off x="182875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4"/>
          <p:cNvSpPr/>
          <p:nvPr/>
        </p:nvSpPr>
        <p:spPr>
          <a:xfrm>
            <a:off x="243833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4"/>
          <p:cNvSpPr/>
          <p:nvPr/>
        </p:nvSpPr>
        <p:spPr>
          <a:xfrm>
            <a:off x="304792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4"/>
          <p:cNvSpPr/>
          <p:nvPr/>
        </p:nvSpPr>
        <p:spPr>
          <a:xfrm>
            <a:off x="365750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4"/>
          <p:cNvSpPr/>
          <p:nvPr/>
        </p:nvSpPr>
        <p:spPr>
          <a:xfrm>
            <a:off x="426709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4"/>
          <p:cNvSpPr/>
          <p:nvPr/>
        </p:nvSpPr>
        <p:spPr>
          <a:xfrm>
            <a:off x="487667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4"/>
          <p:cNvSpPr/>
          <p:nvPr/>
        </p:nvSpPr>
        <p:spPr>
          <a:xfrm>
            <a:off x="548626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4"/>
          <p:cNvSpPr/>
          <p:nvPr/>
        </p:nvSpPr>
        <p:spPr>
          <a:xfrm>
            <a:off x="609584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4"/>
          <p:cNvSpPr/>
          <p:nvPr/>
        </p:nvSpPr>
        <p:spPr>
          <a:xfrm>
            <a:off x="670543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4"/>
          <p:cNvSpPr/>
          <p:nvPr/>
        </p:nvSpPr>
        <p:spPr>
          <a:xfrm>
            <a:off x="731501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4"/>
          <p:cNvSpPr/>
          <p:nvPr/>
        </p:nvSpPr>
        <p:spPr>
          <a:xfrm>
            <a:off x="792460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4"/>
          <p:cNvSpPr/>
          <p:nvPr/>
        </p:nvSpPr>
        <p:spPr>
          <a:xfrm>
            <a:off x="853418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4"/>
          <p:cNvSpPr/>
          <p:nvPr/>
        </p:nvSpPr>
        <p:spPr>
          <a:xfrm>
            <a:off x="914377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4"/>
          <p:cNvSpPr/>
          <p:nvPr/>
        </p:nvSpPr>
        <p:spPr>
          <a:xfrm>
            <a:off x="975335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4"/>
          <p:cNvSpPr/>
          <p:nvPr/>
        </p:nvSpPr>
        <p:spPr>
          <a:xfrm>
            <a:off x="1036294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4"/>
          <p:cNvSpPr/>
          <p:nvPr/>
        </p:nvSpPr>
        <p:spPr>
          <a:xfrm>
            <a:off x="1097252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4"/>
          <p:cNvSpPr/>
          <p:nvPr/>
        </p:nvSpPr>
        <p:spPr>
          <a:xfrm>
            <a:off x="1158211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4"/>
          <p:cNvSpPr/>
          <p:nvPr/>
        </p:nvSpPr>
        <p:spPr>
          <a:xfrm>
            <a:off x="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4"/>
          <p:cNvSpPr/>
          <p:nvPr/>
        </p:nvSpPr>
        <p:spPr>
          <a:xfrm>
            <a:off x="609585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4"/>
          <p:cNvSpPr/>
          <p:nvPr/>
        </p:nvSpPr>
        <p:spPr>
          <a:xfrm>
            <a:off x="121917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4"/>
          <p:cNvSpPr/>
          <p:nvPr/>
        </p:nvSpPr>
        <p:spPr>
          <a:xfrm>
            <a:off x="182875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4"/>
          <p:cNvSpPr/>
          <p:nvPr/>
        </p:nvSpPr>
        <p:spPr>
          <a:xfrm>
            <a:off x="243833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4"/>
          <p:cNvSpPr/>
          <p:nvPr/>
        </p:nvSpPr>
        <p:spPr>
          <a:xfrm>
            <a:off x="304792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4"/>
          <p:cNvSpPr/>
          <p:nvPr/>
        </p:nvSpPr>
        <p:spPr>
          <a:xfrm>
            <a:off x="365750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4"/>
          <p:cNvSpPr/>
          <p:nvPr/>
        </p:nvSpPr>
        <p:spPr>
          <a:xfrm>
            <a:off x="426709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4"/>
          <p:cNvSpPr/>
          <p:nvPr/>
        </p:nvSpPr>
        <p:spPr>
          <a:xfrm>
            <a:off x="487667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4"/>
          <p:cNvSpPr/>
          <p:nvPr/>
        </p:nvSpPr>
        <p:spPr>
          <a:xfrm>
            <a:off x="548626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4"/>
          <p:cNvSpPr/>
          <p:nvPr/>
        </p:nvSpPr>
        <p:spPr>
          <a:xfrm>
            <a:off x="609584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4"/>
          <p:cNvSpPr/>
          <p:nvPr/>
        </p:nvSpPr>
        <p:spPr>
          <a:xfrm>
            <a:off x="670543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4"/>
          <p:cNvSpPr/>
          <p:nvPr/>
        </p:nvSpPr>
        <p:spPr>
          <a:xfrm>
            <a:off x="731501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4"/>
          <p:cNvSpPr/>
          <p:nvPr/>
        </p:nvSpPr>
        <p:spPr>
          <a:xfrm>
            <a:off x="792460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4"/>
          <p:cNvSpPr/>
          <p:nvPr/>
        </p:nvSpPr>
        <p:spPr>
          <a:xfrm>
            <a:off x="853418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4"/>
          <p:cNvSpPr/>
          <p:nvPr/>
        </p:nvSpPr>
        <p:spPr>
          <a:xfrm>
            <a:off x="914377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4"/>
          <p:cNvSpPr/>
          <p:nvPr/>
        </p:nvSpPr>
        <p:spPr>
          <a:xfrm>
            <a:off x="975335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4"/>
          <p:cNvSpPr/>
          <p:nvPr/>
        </p:nvSpPr>
        <p:spPr>
          <a:xfrm>
            <a:off x="1036294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4"/>
          <p:cNvSpPr/>
          <p:nvPr/>
        </p:nvSpPr>
        <p:spPr>
          <a:xfrm>
            <a:off x="1097252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4"/>
          <p:cNvSpPr/>
          <p:nvPr/>
        </p:nvSpPr>
        <p:spPr>
          <a:xfrm>
            <a:off x="1158211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4"/>
          <p:cNvSpPr/>
          <p:nvPr/>
        </p:nvSpPr>
        <p:spPr>
          <a:xfrm>
            <a:off x="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4"/>
          <p:cNvSpPr/>
          <p:nvPr/>
        </p:nvSpPr>
        <p:spPr>
          <a:xfrm>
            <a:off x="609585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4"/>
          <p:cNvSpPr/>
          <p:nvPr/>
        </p:nvSpPr>
        <p:spPr>
          <a:xfrm>
            <a:off x="121917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4"/>
          <p:cNvSpPr/>
          <p:nvPr/>
        </p:nvSpPr>
        <p:spPr>
          <a:xfrm>
            <a:off x="182875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4"/>
          <p:cNvSpPr/>
          <p:nvPr/>
        </p:nvSpPr>
        <p:spPr>
          <a:xfrm>
            <a:off x="243833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4"/>
          <p:cNvSpPr/>
          <p:nvPr/>
        </p:nvSpPr>
        <p:spPr>
          <a:xfrm>
            <a:off x="304792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4"/>
          <p:cNvSpPr/>
          <p:nvPr/>
        </p:nvSpPr>
        <p:spPr>
          <a:xfrm>
            <a:off x="365750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4"/>
          <p:cNvSpPr/>
          <p:nvPr/>
        </p:nvSpPr>
        <p:spPr>
          <a:xfrm>
            <a:off x="426709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4"/>
          <p:cNvSpPr/>
          <p:nvPr/>
        </p:nvSpPr>
        <p:spPr>
          <a:xfrm>
            <a:off x="487667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4"/>
          <p:cNvSpPr/>
          <p:nvPr/>
        </p:nvSpPr>
        <p:spPr>
          <a:xfrm>
            <a:off x="548626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4"/>
          <p:cNvSpPr/>
          <p:nvPr/>
        </p:nvSpPr>
        <p:spPr>
          <a:xfrm>
            <a:off x="609584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"/>
          <p:cNvSpPr/>
          <p:nvPr/>
        </p:nvSpPr>
        <p:spPr>
          <a:xfrm>
            <a:off x="670543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4"/>
          <p:cNvSpPr/>
          <p:nvPr/>
        </p:nvSpPr>
        <p:spPr>
          <a:xfrm>
            <a:off x="731501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4"/>
          <p:cNvSpPr/>
          <p:nvPr/>
        </p:nvSpPr>
        <p:spPr>
          <a:xfrm>
            <a:off x="792460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4"/>
          <p:cNvSpPr/>
          <p:nvPr/>
        </p:nvSpPr>
        <p:spPr>
          <a:xfrm>
            <a:off x="853418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4"/>
          <p:cNvSpPr/>
          <p:nvPr/>
        </p:nvSpPr>
        <p:spPr>
          <a:xfrm>
            <a:off x="914377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4"/>
          <p:cNvSpPr/>
          <p:nvPr/>
        </p:nvSpPr>
        <p:spPr>
          <a:xfrm>
            <a:off x="975335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4"/>
          <p:cNvSpPr/>
          <p:nvPr/>
        </p:nvSpPr>
        <p:spPr>
          <a:xfrm>
            <a:off x="1036294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4"/>
          <p:cNvSpPr/>
          <p:nvPr/>
        </p:nvSpPr>
        <p:spPr>
          <a:xfrm>
            <a:off x="1097252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4"/>
          <p:cNvSpPr/>
          <p:nvPr/>
        </p:nvSpPr>
        <p:spPr>
          <a:xfrm>
            <a:off x="1158211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4"/>
          <p:cNvSpPr/>
          <p:nvPr/>
        </p:nvSpPr>
        <p:spPr>
          <a:xfrm>
            <a:off x="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4"/>
          <p:cNvSpPr/>
          <p:nvPr/>
        </p:nvSpPr>
        <p:spPr>
          <a:xfrm>
            <a:off x="609585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4"/>
          <p:cNvSpPr/>
          <p:nvPr/>
        </p:nvSpPr>
        <p:spPr>
          <a:xfrm>
            <a:off x="121917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4"/>
          <p:cNvSpPr/>
          <p:nvPr/>
        </p:nvSpPr>
        <p:spPr>
          <a:xfrm>
            <a:off x="182875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4"/>
          <p:cNvSpPr/>
          <p:nvPr/>
        </p:nvSpPr>
        <p:spPr>
          <a:xfrm>
            <a:off x="243833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4"/>
          <p:cNvSpPr/>
          <p:nvPr/>
        </p:nvSpPr>
        <p:spPr>
          <a:xfrm>
            <a:off x="304792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4"/>
          <p:cNvSpPr/>
          <p:nvPr/>
        </p:nvSpPr>
        <p:spPr>
          <a:xfrm>
            <a:off x="365750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4"/>
          <p:cNvSpPr/>
          <p:nvPr/>
        </p:nvSpPr>
        <p:spPr>
          <a:xfrm>
            <a:off x="426709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4"/>
          <p:cNvSpPr/>
          <p:nvPr/>
        </p:nvSpPr>
        <p:spPr>
          <a:xfrm>
            <a:off x="487667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4"/>
          <p:cNvSpPr/>
          <p:nvPr/>
        </p:nvSpPr>
        <p:spPr>
          <a:xfrm>
            <a:off x="548626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4"/>
          <p:cNvSpPr/>
          <p:nvPr/>
        </p:nvSpPr>
        <p:spPr>
          <a:xfrm>
            <a:off x="609584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4"/>
          <p:cNvSpPr/>
          <p:nvPr/>
        </p:nvSpPr>
        <p:spPr>
          <a:xfrm>
            <a:off x="670543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4"/>
          <p:cNvSpPr/>
          <p:nvPr/>
        </p:nvSpPr>
        <p:spPr>
          <a:xfrm>
            <a:off x="731501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4"/>
          <p:cNvSpPr/>
          <p:nvPr/>
        </p:nvSpPr>
        <p:spPr>
          <a:xfrm>
            <a:off x="792460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4"/>
          <p:cNvSpPr/>
          <p:nvPr/>
        </p:nvSpPr>
        <p:spPr>
          <a:xfrm>
            <a:off x="853418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4"/>
          <p:cNvSpPr/>
          <p:nvPr/>
        </p:nvSpPr>
        <p:spPr>
          <a:xfrm>
            <a:off x="914377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4"/>
          <p:cNvSpPr/>
          <p:nvPr/>
        </p:nvSpPr>
        <p:spPr>
          <a:xfrm>
            <a:off x="975335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4"/>
          <p:cNvSpPr/>
          <p:nvPr/>
        </p:nvSpPr>
        <p:spPr>
          <a:xfrm>
            <a:off x="1036294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4"/>
          <p:cNvSpPr/>
          <p:nvPr/>
        </p:nvSpPr>
        <p:spPr>
          <a:xfrm>
            <a:off x="1097252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4"/>
          <p:cNvSpPr/>
          <p:nvPr/>
        </p:nvSpPr>
        <p:spPr>
          <a:xfrm>
            <a:off x="1158211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4"/>
          <p:cNvSpPr/>
          <p:nvPr/>
        </p:nvSpPr>
        <p:spPr>
          <a:xfrm>
            <a:off x="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4"/>
          <p:cNvSpPr/>
          <p:nvPr/>
        </p:nvSpPr>
        <p:spPr>
          <a:xfrm>
            <a:off x="609585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4"/>
          <p:cNvSpPr/>
          <p:nvPr/>
        </p:nvSpPr>
        <p:spPr>
          <a:xfrm>
            <a:off x="121917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4"/>
          <p:cNvSpPr/>
          <p:nvPr/>
        </p:nvSpPr>
        <p:spPr>
          <a:xfrm>
            <a:off x="182875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4"/>
          <p:cNvSpPr/>
          <p:nvPr/>
        </p:nvSpPr>
        <p:spPr>
          <a:xfrm>
            <a:off x="243833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4"/>
          <p:cNvSpPr/>
          <p:nvPr/>
        </p:nvSpPr>
        <p:spPr>
          <a:xfrm>
            <a:off x="304792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4"/>
          <p:cNvSpPr/>
          <p:nvPr/>
        </p:nvSpPr>
        <p:spPr>
          <a:xfrm>
            <a:off x="365750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4"/>
          <p:cNvSpPr/>
          <p:nvPr/>
        </p:nvSpPr>
        <p:spPr>
          <a:xfrm>
            <a:off x="426709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4"/>
          <p:cNvSpPr/>
          <p:nvPr/>
        </p:nvSpPr>
        <p:spPr>
          <a:xfrm>
            <a:off x="487667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4"/>
          <p:cNvSpPr/>
          <p:nvPr/>
        </p:nvSpPr>
        <p:spPr>
          <a:xfrm>
            <a:off x="548626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4"/>
          <p:cNvSpPr/>
          <p:nvPr/>
        </p:nvSpPr>
        <p:spPr>
          <a:xfrm>
            <a:off x="609584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4"/>
          <p:cNvSpPr/>
          <p:nvPr/>
        </p:nvSpPr>
        <p:spPr>
          <a:xfrm>
            <a:off x="670543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4"/>
          <p:cNvSpPr/>
          <p:nvPr/>
        </p:nvSpPr>
        <p:spPr>
          <a:xfrm>
            <a:off x="731501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4"/>
          <p:cNvSpPr/>
          <p:nvPr/>
        </p:nvSpPr>
        <p:spPr>
          <a:xfrm>
            <a:off x="792460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4"/>
          <p:cNvSpPr/>
          <p:nvPr/>
        </p:nvSpPr>
        <p:spPr>
          <a:xfrm>
            <a:off x="853418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4"/>
          <p:cNvSpPr/>
          <p:nvPr/>
        </p:nvSpPr>
        <p:spPr>
          <a:xfrm>
            <a:off x="914377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4"/>
          <p:cNvSpPr/>
          <p:nvPr/>
        </p:nvSpPr>
        <p:spPr>
          <a:xfrm>
            <a:off x="975335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4"/>
          <p:cNvSpPr/>
          <p:nvPr/>
        </p:nvSpPr>
        <p:spPr>
          <a:xfrm>
            <a:off x="1036294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4"/>
          <p:cNvSpPr/>
          <p:nvPr/>
        </p:nvSpPr>
        <p:spPr>
          <a:xfrm>
            <a:off x="1097252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4"/>
          <p:cNvSpPr/>
          <p:nvPr/>
        </p:nvSpPr>
        <p:spPr>
          <a:xfrm>
            <a:off x="1158211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4"/>
          <p:cNvSpPr/>
          <p:nvPr/>
        </p:nvSpPr>
        <p:spPr>
          <a:xfrm>
            <a:off x="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4"/>
          <p:cNvSpPr/>
          <p:nvPr/>
        </p:nvSpPr>
        <p:spPr>
          <a:xfrm>
            <a:off x="609585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4"/>
          <p:cNvSpPr/>
          <p:nvPr/>
        </p:nvSpPr>
        <p:spPr>
          <a:xfrm>
            <a:off x="121917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4"/>
          <p:cNvSpPr/>
          <p:nvPr/>
        </p:nvSpPr>
        <p:spPr>
          <a:xfrm>
            <a:off x="182875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4"/>
          <p:cNvSpPr/>
          <p:nvPr/>
        </p:nvSpPr>
        <p:spPr>
          <a:xfrm>
            <a:off x="243833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4"/>
          <p:cNvSpPr/>
          <p:nvPr/>
        </p:nvSpPr>
        <p:spPr>
          <a:xfrm>
            <a:off x="304792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4"/>
          <p:cNvSpPr/>
          <p:nvPr/>
        </p:nvSpPr>
        <p:spPr>
          <a:xfrm>
            <a:off x="365750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4"/>
          <p:cNvSpPr/>
          <p:nvPr/>
        </p:nvSpPr>
        <p:spPr>
          <a:xfrm>
            <a:off x="426709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4"/>
          <p:cNvSpPr/>
          <p:nvPr/>
        </p:nvSpPr>
        <p:spPr>
          <a:xfrm>
            <a:off x="487667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4"/>
          <p:cNvSpPr/>
          <p:nvPr/>
        </p:nvSpPr>
        <p:spPr>
          <a:xfrm>
            <a:off x="548626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4"/>
          <p:cNvSpPr/>
          <p:nvPr/>
        </p:nvSpPr>
        <p:spPr>
          <a:xfrm>
            <a:off x="609584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4"/>
          <p:cNvSpPr/>
          <p:nvPr/>
        </p:nvSpPr>
        <p:spPr>
          <a:xfrm>
            <a:off x="670543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4"/>
          <p:cNvSpPr/>
          <p:nvPr/>
        </p:nvSpPr>
        <p:spPr>
          <a:xfrm>
            <a:off x="731501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4"/>
          <p:cNvSpPr/>
          <p:nvPr/>
        </p:nvSpPr>
        <p:spPr>
          <a:xfrm>
            <a:off x="792460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4"/>
          <p:cNvSpPr/>
          <p:nvPr/>
        </p:nvSpPr>
        <p:spPr>
          <a:xfrm>
            <a:off x="853418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4"/>
          <p:cNvSpPr/>
          <p:nvPr/>
        </p:nvSpPr>
        <p:spPr>
          <a:xfrm>
            <a:off x="914377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4"/>
          <p:cNvSpPr/>
          <p:nvPr/>
        </p:nvSpPr>
        <p:spPr>
          <a:xfrm>
            <a:off x="975335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4"/>
          <p:cNvSpPr/>
          <p:nvPr/>
        </p:nvSpPr>
        <p:spPr>
          <a:xfrm>
            <a:off x="1036294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4"/>
          <p:cNvSpPr/>
          <p:nvPr/>
        </p:nvSpPr>
        <p:spPr>
          <a:xfrm>
            <a:off x="1097252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4"/>
          <p:cNvSpPr/>
          <p:nvPr/>
        </p:nvSpPr>
        <p:spPr>
          <a:xfrm>
            <a:off x="1158211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4"/>
          <p:cNvSpPr/>
          <p:nvPr/>
        </p:nvSpPr>
        <p:spPr>
          <a:xfrm>
            <a:off x="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4"/>
          <p:cNvSpPr/>
          <p:nvPr/>
        </p:nvSpPr>
        <p:spPr>
          <a:xfrm>
            <a:off x="609585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4"/>
          <p:cNvSpPr/>
          <p:nvPr/>
        </p:nvSpPr>
        <p:spPr>
          <a:xfrm>
            <a:off x="121917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4"/>
          <p:cNvSpPr/>
          <p:nvPr/>
        </p:nvSpPr>
        <p:spPr>
          <a:xfrm>
            <a:off x="182875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4"/>
          <p:cNvSpPr/>
          <p:nvPr/>
        </p:nvSpPr>
        <p:spPr>
          <a:xfrm>
            <a:off x="243833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4"/>
          <p:cNvSpPr/>
          <p:nvPr/>
        </p:nvSpPr>
        <p:spPr>
          <a:xfrm>
            <a:off x="304792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4"/>
          <p:cNvSpPr/>
          <p:nvPr/>
        </p:nvSpPr>
        <p:spPr>
          <a:xfrm>
            <a:off x="365750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4"/>
          <p:cNvSpPr/>
          <p:nvPr/>
        </p:nvSpPr>
        <p:spPr>
          <a:xfrm>
            <a:off x="426709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4"/>
          <p:cNvSpPr/>
          <p:nvPr/>
        </p:nvSpPr>
        <p:spPr>
          <a:xfrm>
            <a:off x="487667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4"/>
          <p:cNvSpPr/>
          <p:nvPr/>
        </p:nvSpPr>
        <p:spPr>
          <a:xfrm>
            <a:off x="548626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4"/>
          <p:cNvSpPr/>
          <p:nvPr/>
        </p:nvSpPr>
        <p:spPr>
          <a:xfrm>
            <a:off x="609584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4"/>
          <p:cNvSpPr/>
          <p:nvPr/>
        </p:nvSpPr>
        <p:spPr>
          <a:xfrm>
            <a:off x="670543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4"/>
          <p:cNvSpPr/>
          <p:nvPr/>
        </p:nvSpPr>
        <p:spPr>
          <a:xfrm>
            <a:off x="731501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4"/>
          <p:cNvSpPr/>
          <p:nvPr/>
        </p:nvSpPr>
        <p:spPr>
          <a:xfrm>
            <a:off x="792460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4"/>
          <p:cNvSpPr/>
          <p:nvPr/>
        </p:nvSpPr>
        <p:spPr>
          <a:xfrm>
            <a:off x="853418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4"/>
          <p:cNvSpPr/>
          <p:nvPr/>
        </p:nvSpPr>
        <p:spPr>
          <a:xfrm>
            <a:off x="914377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4"/>
          <p:cNvSpPr/>
          <p:nvPr/>
        </p:nvSpPr>
        <p:spPr>
          <a:xfrm>
            <a:off x="975335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4"/>
          <p:cNvSpPr/>
          <p:nvPr/>
        </p:nvSpPr>
        <p:spPr>
          <a:xfrm>
            <a:off x="1036294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4"/>
          <p:cNvSpPr/>
          <p:nvPr/>
        </p:nvSpPr>
        <p:spPr>
          <a:xfrm>
            <a:off x="1097252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4"/>
          <p:cNvSpPr/>
          <p:nvPr/>
        </p:nvSpPr>
        <p:spPr>
          <a:xfrm>
            <a:off x="1158211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4"/>
          <p:cNvSpPr/>
          <p:nvPr/>
        </p:nvSpPr>
        <p:spPr>
          <a:xfrm>
            <a:off x="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4"/>
          <p:cNvSpPr/>
          <p:nvPr/>
        </p:nvSpPr>
        <p:spPr>
          <a:xfrm>
            <a:off x="609585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4"/>
          <p:cNvSpPr/>
          <p:nvPr/>
        </p:nvSpPr>
        <p:spPr>
          <a:xfrm>
            <a:off x="121917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4"/>
          <p:cNvSpPr/>
          <p:nvPr/>
        </p:nvSpPr>
        <p:spPr>
          <a:xfrm>
            <a:off x="182875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4"/>
          <p:cNvSpPr/>
          <p:nvPr/>
        </p:nvSpPr>
        <p:spPr>
          <a:xfrm>
            <a:off x="243833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4"/>
          <p:cNvSpPr/>
          <p:nvPr/>
        </p:nvSpPr>
        <p:spPr>
          <a:xfrm>
            <a:off x="304792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4"/>
          <p:cNvSpPr/>
          <p:nvPr/>
        </p:nvSpPr>
        <p:spPr>
          <a:xfrm>
            <a:off x="365750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4"/>
          <p:cNvSpPr/>
          <p:nvPr/>
        </p:nvSpPr>
        <p:spPr>
          <a:xfrm>
            <a:off x="426709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4"/>
          <p:cNvSpPr/>
          <p:nvPr/>
        </p:nvSpPr>
        <p:spPr>
          <a:xfrm>
            <a:off x="487667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4"/>
          <p:cNvSpPr/>
          <p:nvPr/>
        </p:nvSpPr>
        <p:spPr>
          <a:xfrm>
            <a:off x="548626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4"/>
          <p:cNvSpPr/>
          <p:nvPr/>
        </p:nvSpPr>
        <p:spPr>
          <a:xfrm>
            <a:off x="609584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4"/>
          <p:cNvSpPr/>
          <p:nvPr/>
        </p:nvSpPr>
        <p:spPr>
          <a:xfrm>
            <a:off x="670543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4"/>
          <p:cNvSpPr/>
          <p:nvPr/>
        </p:nvSpPr>
        <p:spPr>
          <a:xfrm>
            <a:off x="731501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4"/>
          <p:cNvSpPr/>
          <p:nvPr/>
        </p:nvSpPr>
        <p:spPr>
          <a:xfrm>
            <a:off x="792460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4"/>
          <p:cNvSpPr/>
          <p:nvPr/>
        </p:nvSpPr>
        <p:spPr>
          <a:xfrm>
            <a:off x="853418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4"/>
          <p:cNvSpPr/>
          <p:nvPr/>
        </p:nvSpPr>
        <p:spPr>
          <a:xfrm>
            <a:off x="914377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4"/>
          <p:cNvSpPr/>
          <p:nvPr/>
        </p:nvSpPr>
        <p:spPr>
          <a:xfrm>
            <a:off x="975335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4"/>
          <p:cNvSpPr/>
          <p:nvPr/>
        </p:nvSpPr>
        <p:spPr>
          <a:xfrm>
            <a:off x="1036294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4"/>
          <p:cNvSpPr/>
          <p:nvPr/>
        </p:nvSpPr>
        <p:spPr>
          <a:xfrm>
            <a:off x="1097252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4"/>
          <p:cNvSpPr/>
          <p:nvPr/>
        </p:nvSpPr>
        <p:spPr>
          <a:xfrm>
            <a:off x="1158211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4"/>
          <p:cNvSpPr/>
          <p:nvPr/>
        </p:nvSpPr>
        <p:spPr>
          <a:xfrm>
            <a:off x="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4"/>
          <p:cNvSpPr/>
          <p:nvPr/>
        </p:nvSpPr>
        <p:spPr>
          <a:xfrm>
            <a:off x="609585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4"/>
          <p:cNvSpPr/>
          <p:nvPr/>
        </p:nvSpPr>
        <p:spPr>
          <a:xfrm>
            <a:off x="121917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4"/>
          <p:cNvSpPr/>
          <p:nvPr/>
        </p:nvSpPr>
        <p:spPr>
          <a:xfrm>
            <a:off x="182875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4"/>
          <p:cNvSpPr/>
          <p:nvPr/>
        </p:nvSpPr>
        <p:spPr>
          <a:xfrm>
            <a:off x="243833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4"/>
          <p:cNvSpPr/>
          <p:nvPr/>
        </p:nvSpPr>
        <p:spPr>
          <a:xfrm>
            <a:off x="304792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4"/>
          <p:cNvSpPr/>
          <p:nvPr/>
        </p:nvSpPr>
        <p:spPr>
          <a:xfrm>
            <a:off x="365750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4"/>
          <p:cNvSpPr/>
          <p:nvPr/>
        </p:nvSpPr>
        <p:spPr>
          <a:xfrm>
            <a:off x="426709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4"/>
          <p:cNvSpPr/>
          <p:nvPr/>
        </p:nvSpPr>
        <p:spPr>
          <a:xfrm>
            <a:off x="487667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4"/>
          <p:cNvSpPr/>
          <p:nvPr/>
        </p:nvSpPr>
        <p:spPr>
          <a:xfrm>
            <a:off x="548626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4"/>
          <p:cNvSpPr/>
          <p:nvPr/>
        </p:nvSpPr>
        <p:spPr>
          <a:xfrm>
            <a:off x="609584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4"/>
          <p:cNvSpPr/>
          <p:nvPr/>
        </p:nvSpPr>
        <p:spPr>
          <a:xfrm>
            <a:off x="670543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4"/>
          <p:cNvSpPr/>
          <p:nvPr/>
        </p:nvSpPr>
        <p:spPr>
          <a:xfrm>
            <a:off x="731501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4"/>
          <p:cNvSpPr/>
          <p:nvPr/>
        </p:nvSpPr>
        <p:spPr>
          <a:xfrm>
            <a:off x="792460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4"/>
          <p:cNvSpPr/>
          <p:nvPr/>
        </p:nvSpPr>
        <p:spPr>
          <a:xfrm>
            <a:off x="853418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4"/>
          <p:cNvSpPr/>
          <p:nvPr/>
        </p:nvSpPr>
        <p:spPr>
          <a:xfrm>
            <a:off x="914377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4"/>
          <p:cNvSpPr/>
          <p:nvPr/>
        </p:nvSpPr>
        <p:spPr>
          <a:xfrm>
            <a:off x="975335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4"/>
          <p:cNvSpPr/>
          <p:nvPr/>
        </p:nvSpPr>
        <p:spPr>
          <a:xfrm>
            <a:off x="1036294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4"/>
          <p:cNvSpPr/>
          <p:nvPr/>
        </p:nvSpPr>
        <p:spPr>
          <a:xfrm>
            <a:off x="1097252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4"/>
          <p:cNvSpPr/>
          <p:nvPr/>
        </p:nvSpPr>
        <p:spPr>
          <a:xfrm>
            <a:off x="1158211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4"/>
          <p:cNvSpPr/>
          <p:nvPr/>
        </p:nvSpPr>
        <p:spPr>
          <a:xfrm>
            <a:off x="7863840" y="320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GRADE 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4"/>
          <p:cNvSpPr/>
          <p:nvPr/>
        </p:nvSpPr>
        <p:spPr>
          <a:xfrm>
            <a:off x="-548640" y="5074920"/>
            <a:ext cx="6400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4F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16304F"/>
                </a:solidFill>
                <a:latin typeface="Arial"/>
                <a:ea typeface="Arial"/>
                <a:cs typeface="Arial"/>
                <a:sym typeface="Arial"/>
              </a:rPr>
              <a:t>Grades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4"/>
          <p:cNvSpPr/>
          <p:nvPr/>
        </p:nvSpPr>
        <p:spPr>
          <a:xfrm>
            <a:off x="685800" y="1554480"/>
            <a:ext cx="5029200" cy="777240"/>
          </a:xfrm>
          <a:prstGeom prst="roundRect">
            <a:avLst>
              <a:gd fmla="val 7059" name="adj"/>
            </a:avLst>
          </a:prstGeom>
          <a:solidFill>
            <a:srgbClr val="0A1830"/>
          </a:solidFill>
          <a:ln cap="flat" cmpd="sng" w="12700">
            <a:solidFill>
              <a:srgbClr val="244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4"/>
          <p:cNvSpPr/>
          <p:nvPr/>
        </p:nvSpPr>
        <p:spPr>
          <a:xfrm>
            <a:off x="685800" y="155448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2E90FA"/>
                </a:solidFill>
                <a:latin typeface="Consolas"/>
                <a:ea typeface="Consolas"/>
                <a:cs typeface="Consolas"/>
                <a:sym typeface="Consolas"/>
              </a:rPr>
              <a:t>get_valid_grade(subject)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4"/>
          <p:cNvSpPr/>
          <p:nvPr/>
        </p:nvSpPr>
        <p:spPr>
          <a:xfrm>
            <a:off x="685800" y="2514600"/>
            <a:ext cx="5029200" cy="685800"/>
          </a:xfrm>
          <a:prstGeom prst="roundRect">
            <a:avLst>
              <a:gd fmla="val 46667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_check_green.png" id="1068" name="Google Shape;106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64718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4"/>
          <p:cNvSpPr/>
          <p:nvPr/>
        </p:nvSpPr>
        <p:spPr>
          <a:xfrm>
            <a:off x="1508760" y="251460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88   →  accepted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4"/>
          <p:cNvSpPr/>
          <p:nvPr/>
        </p:nvSpPr>
        <p:spPr>
          <a:xfrm>
            <a:off x="685800" y="3337560"/>
            <a:ext cx="5029200" cy="685800"/>
          </a:xfrm>
          <a:prstGeom prst="roundRect">
            <a:avLst>
              <a:gd fmla="val 46667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_cross_red.png" id="1071" name="Google Shape;107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347014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4"/>
          <p:cNvSpPr/>
          <p:nvPr/>
        </p:nvSpPr>
        <p:spPr>
          <a:xfrm>
            <a:off x="1508760" y="333756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A5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5A5F"/>
                </a:solidFill>
                <a:latin typeface="Consolas"/>
                <a:ea typeface="Consolas"/>
                <a:cs typeface="Consolas"/>
                <a:sym typeface="Consolas"/>
              </a:rPr>
              <a:t>"abc"  →  "Please enter a number!"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4"/>
          <p:cNvSpPr/>
          <p:nvPr/>
        </p:nvSpPr>
        <p:spPr>
          <a:xfrm>
            <a:off x="685800" y="4160520"/>
            <a:ext cx="5029200" cy="685800"/>
          </a:xfrm>
          <a:prstGeom prst="roundRect">
            <a:avLst>
              <a:gd fmla="val 46667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_cross_red.png" id="1074" name="Google Shape;107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429310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4"/>
          <p:cNvSpPr/>
          <p:nvPr/>
        </p:nvSpPr>
        <p:spPr>
          <a:xfrm>
            <a:off x="1508760" y="416052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A5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5A5F"/>
                </a:solidFill>
                <a:latin typeface="Consolas"/>
                <a:ea typeface="Consolas"/>
                <a:cs typeface="Consolas"/>
                <a:sym typeface="Consolas"/>
              </a:rPr>
              <a:t>150  →  "Invalid grade! 0–100"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4"/>
          <p:cNvSpPr/>
          <p:nvPr/>
        </p:nvSpPr>
        <p:spPr>
          <a:xfrm>
            <a:off x="685800" y="507492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2DE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AFC2DE"/>
                </a:solidFill>
                <a:latin typeface="Calibri"/>
                <a:ea typeface="Calibri"/>
                <a:cs typeface="Calibri"/>
                <a:sym typeface="Calibri"/>
              </a:rPr>
              <a:t>Loops with try / except until a valid number from 0 to 100 is entered.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4"/>
          <p:cNvSpPr/>
          <p:nvPr/>
        </p:nvSpPr>
        <p:spPr>
          <a:xfrm>
            <a:off x="6126480" y="822960"/>
            <a:ext cx="5394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Validating Input,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Then Averaging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4"/>
          <p:cNvSpPr/>
          <p:nvPr/>
        </p:nvSpPr>
        <p:spPr>
          <a:xfrm>
            <a:off x="6126480" y="2697480"/>
            <a:ext cx="5394960" cy="1371600"/>
          </a:xfrm>
          <a:prstGeom prst="roundRect">
            <a:avLst>
              <a:gd fmla="val 5333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4"/>
          <p:cNvSpPr/>
          <p:nvPr/>
        </p:nvSpPr>
        <p:spPr>
          <a:xfrm>
            <a:off x="6382512" y="2834640"/>
            <a:ext cx="4892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Each of the four grades — math, english, science, programming — is collected through get_valid_grade(), so bad input never reaches the rest of the program.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4"/>
          <p:cNvSpPr/>
          <p:nvPr/>
        </p:nvSpPr>
        <p:spPr>
          <a:xfrm>
            <a:off x="6126480" y="4206240"/>
            <a:ext cx="5394960" cy="1645920"/>
          </a:xfrm>
          <a:prstGeom prst="roundRect">
            <a:avLst>
              <a:gd fmla="val 4444" name="adj"/>
            </a:avLst>
          </a:prstGeom>
          <a:solidFill>
            <a:srgbClr val="0A1830"/>
          </a:solidFill>
          <a:ln cap="flat" cmpd="sng" w="12700">
            <a:solidFill>
              <a:srgbClr val="244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4"/>
          <p:cNvSpPr/>
          <p:nvPr/>
        </p:nvSpPr>
        <p:spPr>
          <a:xfrm>
            <a:off x="6382512" y="4370832"/>
            <a:ext cx="4892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B3F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7FB3F5"/>
                </a:solidFill>
                <a:latin typeface="Consolas"/>
                <a:ea typeface="Consolas"/>
                <a:cs typeface="Consolas"/>
                <a:sym typeface="Consolas"/>
              </a:rPr>
              <a:t>def calculate_average(m,e,s,p):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total = m+e+s+p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total /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4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C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CA0"/>
                </a:solidFill>
                <a:latin typeface="Calibri"/>
                <a:ea typeface="Calibri"/>
                <a:cs typeface="Calibri"/>
                <a:sym typeface="Calibri"/>
              </a:rPr>
              <a:t>04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5"/>
          <p:cNvSpPr/>
          <p:nvPr/>
        </p:nvSpPr>
        <p:spPr>
          <a:xfrm>
            <a:off x="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5"/>
          <p:cNvSpPr/>
          <p:nvPr/>
        </p:nvSpPr>
        <p:spPr>
          <a:xfrm>
            <a:off x="609585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5"/>
          <p:cNvSpPr/>
          <p:nvPr/>
        </p:nvSpPr>
        <p:spPr>
          <a:xfrm>
            <a:off x="121917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5"/>
          <p:cNvSpPr/>
          <p:nvPr/>
        </p:nvSpPr>
        <p:spPr>
          <a:xfrm>
            <a:off x="182875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5"/>
          <p:cNvSpPr/>
          <p:nvPr/>
        </p:nvSpPr>
        <p:spPr>
          <a:xfrm>
            <a:off x="243833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5"/>
          <p:cNvSpPr/>
          <p:nvPr/>
        </p:nvSpPr>
        <p:spPr>
          <a:xfrm>
            <a:off x="304792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5"/>
          <p:cNvSpPr/>
          <p:nvPr/>
        </p:nvSpPr>
        <p:spPr>
          <a:xfrm>
            <a:off x="365750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5"/>
          <p:cNvSpPr/>
          <p:nvPr/>
        </p:nvSpPr>
        <p:spPr>
          <a:xfrm>
            <a:off x="426709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5"/>
          <p:cNvSpPr/>
          <p:nvPr/>
        </p:nvSpPr>
        <p:spPr>
          <a:xfrm>
            <a:off x="487667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5"/>
          <p:cNvSpPr/>
          <p:nvPr/>
        </p:nvSpPr>
        <p:spPr>
          <a:xfrm>
            <a:off x="548626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5"/>
          <p:cNvSpPr/>
          <p:nvPr/>
        </p:nvSpPr>
        <p:spPr>
          <a:xfrm>
            <a:off x="609584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5"/>
          <p:cNvSpPr/>
          <p:nvPr/>
        </p:nvSpPr>
        <p:spPr>
          <a:xfrm>
            <a:off x="670543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5"/>
          <p:cNvSpPr/>
          <p:nvPr/>
        </p:nvSpPr>
        <p:spPr>
          <a:xfrm>
            <a:off x="731501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5"/>
          <p:cNvSpPr/>
          <p:nvPr/>
        </p:nvSpPr>
        <p:spPr>
          <a:xfrm>
            <a:off x="792460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5"/>
          <p:cNvSpPr/>
          <p:nvPr/>
        </p:nvSpPr>
        <p:spPr>
          <a:xfrm>
            <a:off x="853418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5"/>
          <p:cNvSpPr/>
          <p:nvPr/>
        </p:nvSpPr>
        <p:spPr>
          <a:xfrm>
            <a:off x="914377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5"/>
          <p:cNvSpPr/>
          <p:nvPr/>
        </p:nvSpPr>
        <p:spPr>
          <a:xfrm>
            <a:off x="975335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5"/>
          <p:cNvSpPr/>
          <p:nvPr/>
        </p:nvSpPr>
        <p:spPr>
          <a:xfrm>
            <a:off x="1036294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5"/>
          <p:cNvSpPr/>
          <p:nvPr/>
        </p:nvSpPr>
        <p:spPr>
          <a:xfrm>
            <a:off x="1097252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5"/>
          <p:cNvSpPr/>
          <p:nvPr/>
        </p:nvSpPr>
        <p:spPr>
          <a:xfrm>
            <a:off x="1158211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5"/>
          <p:cNvSpPr/>
          <p:nvPr/>
        </p:nvSpPr>
        <p:spPr>
          <a:xfrm>
            <a:off x="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5"/>
          <p:cNvSpPr/>
          <p:nvPr/>
        </p:nvSpPr>
        <p:spPr>
          <a:xfrm>
            <a:off x="609585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5"/>
          <p:cNvSpPr/>
          <p:nvPr/>
        </p:nvSpPr>
        <p:spPr>
          <a:xfrm>
            <a:off x="121917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5"/>
          <p:cNvSpPr/>
          <p:nvPr/>
        </p:nvSpPr>
        <p:spPr>
          <a:xfrm>
            <a:off x="182875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5"/>
          <p:cNvSpPr/>
          <p:nvPr/>
        </p:nvSpPr>
        <p:spPr>
          <a:xfrm>
            <a:off x="243833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5"/>
          <p:cNvSpPr/>
          <p:nvPr/>
        </p:nvSpPr>
        <p:spPr>
          <a:xfrm>
            <a:off x="304792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5"/>
          <p:cNvSpPr/>
          <p:nvPr/>
        </p:nvSpPr>
        <p:spPr>
          <a:xfrm>
            <a:off x="365750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5"/>
          <p:cNvSpPr/>
          <p:nvPr/>
        </p:nvSpPr>
        <p:spPr>
          <a:xfrm>
            <a:off x="426709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5"/>
          <p:cNvSpPr/>
          <p:nvPr/>
        </p:nvSpPr>
        <p:spPr>
          <a:xfrm>
            <a:off x="487667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5"/>
          <p:cNvSpPr/>
          <p:nvPr/>
        </p:nvSpPr>
        <p:spPr>
          <a:xfrm>
            <a:off x="548626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5"/>
          <p:cNvSpPr/>
          <p:nvPr/>
        </p:nvSpPr>
        <p:spPr>
          <a:xfrm>
            <a:off x="609584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5"/>
          <p:cNvSpPr/>
          <p:nvPr/>
        </p:nvSpPr>
        <p:spPr>
          <a:xfrm>
            <a:off x="670543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5"/>
          <p:cNvSpPr/>
          <p:nvPr/>
        </p:nvSpPr>
        <p:spPr>
          <a:xfrm>
            <a:off x="731501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5"/>
          <p:cNvSpPr/>
          <p:nvPr/>
        </p:nvSpPr>
        <p:spPr>
          <a:xfrm>
            <a:off x="792460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5"/>
          <p:cNvSpPr/>
          <p:nvPr/>
        </p:nvSpPr>
        <p:spPr>
          <a:xfrm>
            <a:off x="853418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5"/>
          <p:cNvSpPr/>
          <p:nvPr/>
        </p:nvSpPr>
        <p:spPr>
          <a:xfrm>
            <a:off x="914377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5"/>
          <p:cNvSpPr/>
          <p:nvPr/>
        </p:nvSpPr>
        <p:spPr>
          <a:xfrm>
            <a:off x="975335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5"/>
          <p:cNvSpPr/>
          <p:nvPr/>
        </p:nvSpPr>
        <p:spPr>
          <a:xfrm>
            <a:off x="1036294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5"/>
          <p:cNvSpPr/>
          <p:nvPr/>
        </p:nvSpPr>
        <p:spPr>
          <a:xfrm>
            <a:off x="1097252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5"/>
          <p:cNvSpPr/>
          <p:nvPr/>
        </p:nvSpPr>
        <p:spPr>
          <a:xfrm>
            <a:off x="1158211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5"/>
          <p:cNvSpPr/>
          <p:nvPr/>
        </p:nvSpPr>
        <p:spPr>
          <a:xfrm>
            <a:off x="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5"/>
          <p:cNvSpPr/>
          <p:nvPr/>
        </p:nvSpPr>
        <p:spPr>
          <a:xfrm>
            <a:off x="609585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5"/>
          <p:cNvSpPr/>
          <p:nvPr/>
        </p:nvSpPr>
        <p:spPr>
          <a:xfrm>
            <a:off x="121917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5"/>
          <p:cNvSpPr/>
          <p:nvPr/>
        </p:nvSpPr>
        <p:spPr>
          <a:xfrm>
            <a:off x="182875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5"/>
          <p:cNvSpPr/>
          <p:nvPr/>
        </p:nvSpPr>
        <p:spPr>
          <a:xfrm>
            <a:off x="243833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5"/>
          <p:cNvSpPr/>
          <p:nvPr/>
        </p:nvSpPr>
        <p:spPr>
          <a:xfrm>
            <a:off x="304792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5"/>
          <p:cNvSpPr/>
          <p:nvPr/>
        </p:nvSpPr>
        <p:spPr>
          <a:xfrm>
            <a:off x="365750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5"/>
          <p:cNvSpPr/>
          <p:nvPr/>
        </p:nvSpPr>
        <p:spPr>
          <a:xfrm>
            <a:off x="426709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5"/>
          <p:cNvSpPr/>
          <p:nvPr/>
        </p:nvSpPr>
        <p:spPr>
          <a:xfrm>
            <a:off x="487667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5"/>
          <p:cNvSpPr/>
          <p:nvPr/>
        </p:nvSpPr>
        <p:spPr>
          <a:xfrm>
            <a:off x="548626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5"/>
          <p:cNvSpPr/>
          <p:nvPr/>
        </p:nvSpPr>
        <p:spPr>
          <a:xfrm>
            <a:off x="609584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5"/>
          <p:cNvSpPr/>
          <p:nvPr/>
        </p:nvSpPr>
        <p:spPr>
          <a:xfrm>
            <a:off x="670543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5"/>
          <p:cNvSpPr/>
          <p:nvPr/>
        </p:nvSpPr>
        <p:spPr>
          <a:xfrm>
            <a:off x="731501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5"/>
          <p:cNvSpPr/>
          <p:nvPr/>
        </p:nvSpPr>
        <p:spPr>
          <a:xfrm>
            <a:off x="792460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5"/>
          <p:cNvSpPr/>
          <p:nvPr/>
        </p:nvSpPr>
        <p:spPr>
          <a:xfrm>
            <a:off x="853418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5"/>
          <p:cNvSpPr/>
          <p:nvPr/>
        </p:nvSpPr>
        <p:spPr>
          <a:xfrm>
            <a:off x="914377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5"/>
          <p:cNvSpPr/>
          <p:nvPr/>
        </p:nvSpPr>
        <p:spPr>
          <a:xfrm>
            <a:off x="975335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5"/>
          <p:cNvSpPr/>
          <p:nvPr/>
        </p:nvSpPr>
        <p:spPr>
          <a:xfrm>
            <a:off x="1036294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5"/>
          <p:cNvSpPr/>
          <p:nvPr/>
        </p:nvSpPr>
        <p:spPr>
          <a:xfrm>
            <a:off x="1097252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5"/>
          <p:cNvSpPr/>
          <p:nvPr/>
        </p:nvSpPr>
        <p:spPr>
          <a:xfrm>
            <a:off x="1158211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5"/>
          <p:cNvSpPr/>
          <p:nvPr/>
        </p:nvSpPr>
        <p:spPr>
          <a:xfrm>
            <a:off x="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5"/>
          <p:cNvSpPr/>
          <p:nvPr/>
        </p:nvSpPr>
        <p:spPr>
          <a:xfrm>
            <a:off x="609585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5"/>
          <p:cNvSpPr/>
          <p:nvPr/>
        </p:nvSpPr>
        <p:spPr>
          <a:xfrm>
            <a:off x="121917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5"/>
          <p:cNvSpPr/>
          <p:nvPr/>
        </p:nvSpPr>
        <p:spPr>
          <a:xfrm>
            <a:off x="182875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5"/>
          <p:cNvSpPr/>
          <p:nvPr/>
        </p:nvSpPr>
        <p:spPr>
          <a:xfrm>
            <a:off x="243833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5"/>
          <p:cNvSpPr/>
          <p:nvPr/>
        </p:nvSpPr>
        <p:spPr>
          <a:xfrm>
            <a:off x="304792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5"/>
          <p:cNvSpPr/>
          <p:nvPr/>
        </p:nvSpPr>
        <p:spPr>
          <a:xfrm>
            <a:off x="365750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5"/>
          <p:cNvSpPr/>
          <p:nvPr/>
        </p:nvSpPr>
        <p:spPr>
          <a:xfrm>
            <a:off x="426709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5"/>
          <p:cNvSpPr/>
          <p:nvPr/>
        </p:nvSpPr>
        <p:spPr>
          <a:xfrm>
            <a:off x="487667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5"/>
          <p:cNvSpPr/>
          <p:nvPr/>
        </p:nvSpPr>
        <p:spPr>
          <a:xfrm>
            <a:off x="548626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5"/>
          <p:cNvSpPr/>
          <p:nvPr/>
        </p:nvSpPr>
        <p:spPr>
          <a:xfrm>
            <a:off x="609584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5"/>
          <p:cNvSpPr/>
          <p:nvPr/>
        </p:nvSpPr>
        <p:spPr>
          <a:xfrm>
            <a:off x="670543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5"/>
          <p:cNvSpPr/>
          <p:nvPr/>
        </p:nvSpPr>
        <p:spPr>
          <a:xfrm>
            <a:off x="731501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5"/>
          <p:cNvSpPr/>
          <p:nvPr/>
        </p:nvSpPr>
        <p:spPr>
          <a:xfrm>
            <a:off x="792460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5"/>
          <p:cNvSpPr/>
          <p:nvPr/>
        </p:nvSpPr>
        <p:spPr>
          <a:xfrm>
            <a:off x="853418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5"/>
          <p:cNvSpPr/>
          <p:nvPr/>
        </p:nvSpPr>
        <p:spPr>
          <a:xfrm>
            <a:off x="914377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5"/>
          <p:cNvSpPr/>
          <p:nvPr/>
        </p:nvSpPr>
        <p:spPr>
          <a:xfrm>
            <a:off x="975335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5"/>
          <p:cNvSpPr/>
          <p:nvPr/>
        </p:nvSpPr>
        <p:spPr>
          <a:xfrm>
            <a:off x="1036294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5"/>
          <p:cNvSpPr/>
          <p:nvPr/>
        </p:nvSpPr>
        <p:spPr>
          <a:xfrm>
            <a:off x="1097252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5"/>
          <p:cNvSpPr/>
          <p:nvPr/>
        </p:nvSpPr>
        <p:spPr>
          <a:xfrm>
            <a:off x="1158211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5"/>
          <p:cNvSpPr/>
          <p:nvPr/>
        </p:nvSpPr>
        <p:spPr>
          <a:xfrm>
            <a:off x="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5"/>
          <p:cNvSpPr/>
          <p:nvPr/>
        </p:nvSpPr>
        <p:spPr>
          <a:xfrm>
            <a:off x="609585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5"/>
          <p:cNvSpPr/>
          <p:nvPr/>
        </p:nvSpPr>
        <p:spPr>
          <a:xfrm>
            <a:off x="121917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5"/>
          <p:cNvSpPr/>
          <p:nvPr/>
        </p:nvSpPr>
        <p:spPr>
          <a:xfrm>
            <a:off x="182875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5"/>
          <p:cNvSpPr/>
          <p:nvPr/>
        </p:nvSpPr>
        <p:spPr>
          <a:xfrm>
            <a:off x="243833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5"/>
          <p:cNvSpPr/>
          <p:nvPr/>
        </p:nvSpPr>
        <p:spPr>
          <a:xfrm>
            <a:off x="304792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5"/>
          <p:cNvSpPr/>
          <p:nvPr/>
        </p:nvSpPr>
        <p:spPr>
          <a:xfrm>
            <a:off x="365750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5"/>
          <p:cNvSpPr/>
          <p:nvPr/>
        </p:nvSpPr>
        <p:spPr>
          <a:xfrm>
            <a:off x="426709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5"/>
          <p:cNvSpPr/>
          <p:nvPr/>
        </p:nvSpPr>
        <p:spPr>
          <a:xfrm>
            <a:off x="487667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5"/>
          <p:cNvSpPr/>
          <p:nvPr/>
        </p:nvSpPr>
        <p:spPr>
          <a:xfrm>
            <a:off x="548626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5"/>
          <p:cNvSpPr/>
          <p:nvPr/>
        </p:nvSpPr>
        <p:spPr>
          <a:xfrm>
            <a:off x="609584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5"/>
          <p:cNvSpPr/>
          <p:nvPr/>
        </p:nvSpPr>
        <p:spPr>
          <a:xfrm>
            <a:off x="670543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5"/>
          <p:cNvSpPr/>
          <p:nvPr/>
        </p:nvSpPr>
        <p:spPr>
          <a:xfrm>
            <a:off x="731501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5"/>
          <p:cNvSpPr/>
          <p:nvPr/>
        </p:nvSpPr>
        <p:spPr>
          <a:xfrm>
            <a:off x="792460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5"/>
          <p:cNvSpPr/>
          <p:nvPr/>
        </p:nvSpPr>
        <p:spPr>
          <a:xfrm>
            <a:off x="853418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5"/>
          <p:cNvSpPr/>
          <p:nvPr/>
        </p:nvSpPr>
        <p:spPr>
          <a:xfrm>
            <a:off x="914377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5"/>
          <p:cNvSpPr/>
          <p:nvPr/>
        </p:nvSpPr>
        <p:spPr>
          <a:xfrm>
            <a:off x="975335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5"/>
          <p:cNvSpPr/>
          <p:nvPr/>
        </p:nvSpPr>
        <p:spPr>
          <a:xfrm>
            <a:off x="1036294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5"/>
          <p:cNvSpPr/>
          <p:nvPr/>
        </p:nvSpPr>
        <p:spPr>
          <a:xfrm>
            <a:off x="1097252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5"/>
          <p:cNvSpPr/>
          <p:nvPr/>
        </p:nvSpPr>
        <p:spPr>
          <a:xfrm>
            <a:off x="1158211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5"/>
          <p:cNvSpPr/>
          <p:nvPr/>
        </p:nvSpPr>
        <p:spPr>
          <a:xfrm>
            <a:off x="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5"/>
          <p:cNvSpPr/>
          <p:nvPr/>
        </p:nvSpPr>
        <p:spPr>
          <a:xfrm>
            <a:off x="609585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5"/>
          <p:cNvSpPr/>
          <p:nvPr/>
        </p:nvSpPr>
        <p:spPr>
          <a:xfrm>
            <a:off x="121917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5"/>
          <p:cNvSpPr/>
          <p:nvPr/>
        </p:nvSpPr>
        <p:spPr>
          <a:xfrm>
            <a:off x="182875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5"/>
          <p:cNvSpPr/>
          <p:nvPr/>
        </p:nvSpPr>
        <p:spPr>
          <a:xfrm>
            <a:off x="243833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5"/>
          <p:cNvSpPr/>
          <p:nvPr/>
        </p:nvSpPr>
        <p:spPr>
          <a:xfrm>
            <a:off x="304792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5"/>
          <p:cNvSpPr/>
          <p:nvPr/>
        </p:nvSpPr>
        <p:spPr>
          <a:xfrm>
            <a:off x="365750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5"/>
          <p:cNvSpPr/>
          <p:nvPr/>
        </p:nvSpPr>
        <p:spPr>
          <a:xfrm>
            <a:off x="426709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5"/>
          <p:cNvSpPr/>
          <p:nvPr/>
        </p:nvSpPr>
        <p:spPr>
          <a:xfrm>
            <a:off x="487667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5"/>
          <p:cNvSpPr/>
          <p:nvPr/>
        </p:nvSpPr>
        <p:spPr>
          <a:xfrm>
            <a:off x="548626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5"/>
          <p:cNvSpPr/>
          <p:nvPr/>
        </p:nvSpPr>
        <p:spPr>
          <a:xfrm>
            <a:off x="609584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5"/>
          <p:cNvSpPr/>
          <p:nvPr/>
        </p:nvSpPr>
        <p:spPr>
          <a:xfrm>
            <a:off x="670543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5"/>
          <p:cNvSpPr/>
          <p:nvPr/>
        </p:nvSpPr>
        <p:spPr>
          <a:xfrm>
            <a:off x="731501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5"/>
          <p:cNvSpPr/>
          <p:nvPr/>
        </p:nvSpPr>
        <p:spPr>
          <a:xfrm>
            <a:off x="792460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5"/>
          <p:cNvSpPr/>
          <p:nvPr/>
        </p:nvSpPr>
        <p:spPr>
          <a:xfrm>
            <a:off x="853418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5"/>
          <p:cNvSpPr/>
          <p:nvPr/>
        </p:nvSpPr>
        <p:spPr>
          <a:xfrm>
            <a:off x="914377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5"/>
          <p:cNvSpPr/>
          <p:nvPr/>
        </p:nvSpPr>
        <p:spPr>
          <a:xfrm>
            <a:off x="975335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5"/>
          <p:cNvSpPr/>
          <p:nvPr/>
        </p:nvSpPr>
        <p:spPr>
          <a:xfrm>
            <a:off x="1036294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5"/>
          <p:cNvSpPr/>
          <p:nvPr/>
        </p:nvSpPr>
        <p:spPr>
          <a:xfrm>
            <a:off x="1097252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5"/>
          <p:cNvSpPr/>
          <p:nvPr/>
        </p:nvSpPr>
        <p:spPr>
          <a:xfrm>
            <a:off x="1158211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5"/>
          <p:cNvSpPr/>
          <p:nvPr/>
        </p:nvSpPr>
        <p:spPr>
          <a:xfrm>
            <a:off x="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5"/>
          <p:cNvSpPr/>
          <p:nvPr/>
        </p:nvSpPr>
        <p:spPr>
          <a:xfrm>
            <a:off x="609585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5"/>
          <p:cNvSpPr/>
          <p:nvPr/>
        </p:nvSpPr>
        <p:spPr>
          <a:xfrm>
            <a:off x="121917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5"/>
          <p:cNvSpPr/>
          <p:nvPr/>
        </p:nvSpPr>
        <p:spPr>
          <a:xfrm>
            <a:off x="182875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5"/>
          <p:cNvSpPr/>
          <p:nvPr/>
        </p:nvSpPr>
        <p:spPr>
          <a:xfrm>
            <a:off x="243833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5"/>
          <p:cNvSpPr/>
          <p:nvPr/>
        </p:nvSpPr>
        <p:spPr>
          <a:xfrm>
            <a:off x="304792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5"/>
          <p:cNvSpPr/>
          <p:nvPr/>
        </p:nvSpPr>
        <p:spPr>
          <a:xfrm>
            <a:off x="365750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5"/>
          <p:cNvSpPr/>
          <p:nvPr/>
        </p:nvSpPr>
        <p:spPr>
          <a:xfrm>
            <a:off x="426709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5"/>
          <p:cNvSpPr/>
          <p:nvPr/>
        </p:nvSpPr>
        <p:spPr>
          <a:xfrm>
            <a:off x="487667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5"/>
          <p:cNvSpPr/>
          <p:nvPr/>
        </p:nvSpPr>
        <p:spPr>
          <a:xfrm>
            <a:off x="548626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5"/>
          <p:cNvSpPr/>
          <p:nvPr/>
        </p:nvSpPr>
        <p:spPr>
          <a:xfrm>
            <a:off x="609584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5"/>
          <p:cNvSpPr/>
          <p:nvPr/>
        </p:nvSpPr>
        <p:spPr>
          <a:xfrm>
            <a:off x="670543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5"/>
          <p:cNvSpPr/>
          <p:nvPr/>
        </p:nvSpPr>
        <p:spPr>
          <a:xfrm>
            <a:off x="731501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5"/>
          <p:cNvSpPr/>
          <p:nvPr/>
        </p:nvSpPr>
        <p:spPr>
          <a:xfrm>
            <a:off x="792460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5"/>
          <p:cNvSpPr/>
          <p:nvPr/>
        </p:nvSpPr>
        <p:spPr>
          <a:xfrm>
            <a:off x="853418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5"/>
          <p:cNvSpPr/>
          <p:nvPr/>
        </p:nvSpPr>
        <p:spPr>
          <a:xfrm>
            <a:off x="914377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5"/>
          <p:cNvSpPr/>
          <p:nvPr/>
        </p:nvSpPr>
        <p:spPr>
          <a:xfrm>
            <a:off x="975335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5"/>
          <p:cNvSpPr/>
          <p:nvPr/>
        </p:nvSpPr>
        <p:spPr>
          <a:xfrm>
            <a:off x="1036294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5"/>
          <p:cNvSpPr/>
          <p:nvPr/>
        </p:nvSpPr>
        <p:spPr>
          <a:xfrm>
            <a:off x="1097252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5"/>
          <p:cNvSpPr/>
          <p:nvPr/>
        </p:nvSpPr>
        <p:spPr>
          <a:xfrm>
            <a:off x="1158211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5"/>
          <p:cNvSpPr/>
          <p:nvPr/>
        </p:nvSpPr>
        <p:spPr>
          <a:xfrm>
            <a:off x="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5"/>
          <p:cNvSpPr/>
          <p:nvPr/>
        </p:nvSpPr>
        <p:spPr>
          <a:xfrm>
            <a:off x="609585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5"/>
          <p:cNvSpPr/>
          <p:nvPr/>
        </p:nvSpPr>
        <p:spPr>
          <a:xfrm>
            <a:off x="121917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5"/>
          <p:cNvSpPr/>
          <p:nvPr/>
        </p:nvSpPr>
        <p:spPr>
          <a:xfrm>
            <a:off x="182875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5"/>
          <p:cNvSpPr/>
          <p:nvPr/>
        </p:nvSpPr>
        <p:spPr>
          <a:xfrm>
            <a:off x="243833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5"/>
          <p:cNvSpPr/>
          <p:nvPr/>
        </p:nvSpPr>
        <p:spPr>
          <a:xfrm>
            <a:off x="304792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5"/>
          <p:cNvSpPr/>
          <p:nvPr/>
        </p:nvSpPr>
        <p:spPr>
          <a:xfrm>
            <a:off x="365750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5"/>
          <p:cNvSpPr/>
          <p:nvPr/>
        </p:nvSpPr>
        <p:spPr>
          <a:xfrm>
            <a:off x="426709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5"/>
          <p:cNvSpPr/>
          <p:nvPr/>
        </p:nvSpPr>
        <p:spPr>
          <a:xfrm>
            <a:off x="487667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5"/>
          <p:cNvSpPr/>
          <p:nvPr/>
        </p:nvSpPr>
        <p:spPr>
          <a:xfrm>
            <a:off x="548626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5"/>
          <p:cNvSpPr/>
          <p:nvPr/>
        </p:nvSpPr>
        <p:spPr>
          <a:xfrm>
            <a:off x="609584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5"/>
          <p:cNvSpPr/>
          <p:nvPr/>
        </p:nvSpPr>
        <p:spPr>
          <a:xfrm>
            <a:off x="670543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5"/>
          <p:cNvSpPr/>
          <p:nvPr/>
        </p:nvSpPr>
        <p:spPr>
          <a:xfrm>
            <a:off x="731501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5"/>
          <p:cNvSpPr/>
          <p:nvPr/>
        </p:nvSpPr>
        <p:spPr>
          <a:xfrm>
            <a:off x="792460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5"/>
          <p:cNvSpPr/>
          <p:nvPr/>
        </p:nvSpPr>
        <p:spPr>
          <a:xfrm>
            <a:off x="853418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5"/>
          <p:cNvSpPr/>
          <p:nvPr/>
        </p:nvSpPr>
        <p:spPr>
          <a:xfrm>
            <a:off x="914377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5"/>
          <p:cNvSpPr/>
          <p:nvPr/>
        </p:nvSpPr>
        <p:spPr>
          <a:xfrm>
            <a:off x="975335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5"/>
          <p:cNvSpPr/>
          <p:nvPr/>
        </p:nvSpPr>
        <p:spPr>
          <a:xfrm>
            <a:off x="1036294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5"/>
          <p:cNvSpPr/>
          <p:nvPr/>
        </p:nvSpPr>
        <p:spPr>
          <a:xfrm>
            <a:off x="1097252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5"/>
          <p:cNvSpPr/>
          <p:nvPr/>
        </p:nvSpPr>
        <p:spPr>
          <a:xfrm>
            <a:off x="1158211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5"/>
          <p:cNvSpPr/>
          <p:nvPr/>
        </p:nvSpPr>
        <p:spPr>
          <a:xfrm>
            <a:off x="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5"/>
          <p:cNvSpPr/>
          <p:nvPr/>
        </p:nvSpPr>
        <p:spPr>
          <a:xfrm>
            <a:off x="609585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5"/>
          <p:cNvSpPr/>
          <p:nvPr/>
        </p:nvSpPr>
        <p:spPr>
          <a:xfrm>
            <a:off x="121917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5"/>
          <p:cNvSpPr/>
          <p:nvPr/>
        </p:nvSpPr>
        <p:spPr>
          <a:xfrm>
            <a:off x="182875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5"/>
          <p:cNvSpPr/>
          <p:nvPr/>
        </p:nvSpPr>
        <p:spPr>
          <a:xfrm>
            <a:off x="243833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5"/>
          <p:cNvSpPr/>
          <p:nvPr/>
        </p:nvSpPr>
        <p:spPr>
          <a:xfrm>
            <a:off x="304792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5"/>
          <p:cNvSpPr/>
          <p:nvPr/>
        </p:nvSpPr>
        <p:spPr>
          <a:xfrm>
            <a:off x="365750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5"/>
          <p:cNvSpPr/>
          <p:nvPr/>
        </p:nvSpPr>
        <p:spPr>
          <a:xfrm>
            <a:off x="426709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5"/>
          <p:cNvSpPr/>
          <p:nvPr/>
        </p:nvSpPr>
        <p:spPr>
          <a:xfrm>
            <a:off x="487667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5"/>
          <p:cNvSpPr/>
          <p:nvPr/>
        </p:nvSpPr>
        <p:spPr>
          <a:xfrm>
            <a:off x="548626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5"/>
          <p:cNvSpPr/>
          <p:nvPr/>
        </p:nvSpPr>
        <p:spPr>
          <a:xfrm>
            <a:off x="609584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5"/>
          <p:cNvSpPr/>
          <p:nvPr/>
        </p:nvSpPr>
        <p:spPr>
          <a:xfrm>
            <a:off x="670543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5"/>
          <p:cNvSpPr/>
          <p:nvPr/>
        </p:nvSpPr>
        <p:spPr>
          <a:xfrm>
            <a:off x="731501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5"/>
          <p:cNvSpPr/>
          <p:nvPr/>
        </p:nvSpPr>
        <p:spPr>
          <a:xfrm>
            <a:off x="792460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5"/>
          <p:cNvSpPr/>
          <p:nvPr/>
        </p:nvSpPr>
        <p:spPr>
          <a:xfrm>
            <a:off x="853418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5"/>
          <p:cNvSpPr/>
          <p:nvPr/>
        </p:nvSpPr>
        <p:spPr>
          <a:xfrm>
            <a:off x="914377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5"/>
          <p:cNvSpPr/>
          <p:nvPr/>
        </p:nvSpPr>
        <p:spPr>
          <a:xfrm>
            <a:off x="975335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5"/>
          <p:cNvSpPr/>
          <p:nvPr/>
        </p:nvSpPr>
        <p:spPr>
          <a:xfrm>
            <a:off x="1036294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5"/>
          <p:cNvSpPr/>
          <p:nvPr/>
        </p:nvSpPr>
        <p:spPr>
          <a:xfrm>
            <a:off x="1097252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5"/>
          <p:cNvSpPr/>
          <p:nvPr/>
        </p:nvSpPr>
        <p:spPr>
          <a:xfrm>
            <a:off x="1158211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5"/>
          <p:cNvSpPr/>
          <p:nvPr/>
        </p:nvSpPr>
        <p:spPr>
          <a:xfrm>
            <a:off x="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5"/>
          <p:cNvSpPr/>
          <p:nvPr/>
        </p:nvSpPr>
        <p:spPr>
          <a:xfrm>
            <a:off x="609585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5"/>
          <p:cNvSpPr/>
          <p:nvPr/>
        </p:nvSpPr>
        <p:spPr>
          <a:xfrm>
            <a:off x="121917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5"/>
          <p:cNvSpPr/>
          <p:nvPr/>
        </p:nvSpPr>
        <p:spPr>
          <a:xfrm>
            <a:off x="182875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5"/>
          <p:cNvSpPr/>
          <p:nvPr/>
        </p:nvSpPr>
        <p:spPr>
          <a:xfrm>
            <a:off x="243833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5"/>
          <p:cNvSpPr/>
          <p:nvPr/>
        </p:nvSpPr>
        <p:spPr>
          <a:xfrm>
            <a:off x="304792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5"/>
          <p:cNvSpPr/>
          <p:nvPr/>
        </p:nvSpPr>
        <p:spPr>
          <a:xfrm>
            <a:off x="365750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5"/>
          <p:cNvSpPr/>
          <p:nvPr/>
        </p:nvSpPr>
        <p:spPr>
          <a:xfrm>
            <a:off x="426709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5"/>
          <p:cNvSpPr/>
          <p:nvPr/>
        </p:nvSpPr>
        <p:spPr>
          <a:xfrm>
            <a:off x="487667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5"/>
          <p:cNvSpPr/>
          <p:nvPr/>
        </p:nvSpPr>
        <p:spPr>
          <a:xfrm>
            <a:off x="548626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5"/>
          <p:cNvSpPr/>
          <p:nvPr/>
        </p:nvSpPr>
        <p:spPr>
          <a:xfrm>
            <a:off x="609584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5"/>
          <p:cNvSpPr/>
          <p:nvPr/>
        </p:nvSpPr>
        <p:spPr>
          <a:xfrm>
            <a:off x="670543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5"/>
          <p:cNvSpPr/>
          <p:nvPr/>
        </p:nvSpPr>
        <p:spPr>
          <a:xfrm>
            <a:off x="731501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5"/>
          <p:cNvSpPr/>
          <p:nvPr/>
        </p:nvSpPr>
        <p:spPr>
          <a:xfrm>
            <a:off x="792460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5"/>
          <p:cNvSpPr/>
          <p:nvPr/>
        </p:nvSpPr>
        <p:spPr>
          <a:xfrm>
            <a:off x="853418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5"/>
          <p:cNvSpPr/>
          <p:nvPr/>
        </p:nvSpPr>
        <p:spPr>
          <a:xfrm>
            <a:off x="914377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5"/>
          <p:cNvSpPr/>
          <p:nvPr/>
        </p:nvSpPr>
        <p:spPr>
          <a:xfrm>
            <a:off x="975335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5"/>
          <p:cNvSpPr/>
          <p:nvPr/>
        </p:nvSpPr>
        <p:spPr>
          <a:xfrm>
            <a:off x="1036294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5"/>
          <p:cNvSpPr/>
          <p:nvPr/>
        </p:nvSpPr>
        <p:spPr>
          <a:xfrm>
            <a:off x="1097252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5"/>
          <p:cNvSpPr/>
          <p:nvPr/>
        </p:nvSpPr>
        <p:spPr>
          <a:xfrm>
            <a:off x="1158211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5"/>
          <p:cNvSpPr/>
          <p:nvPr/>
        </p:nvSpPr>
        <p:spPr>
          <a:xfrm>
            <a:off x="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5"/>
          <p:cNvSpPr/>
          <p:nvPr/>
        </p:nvSpPr>
        <p:spPr>
          <a:xfrm>
            <a:off x="609585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5"/>
          <p:cNvSpPr/>
          <p:nvPr/>
        </p:nvSpPr>
        <p:spPr>
          <a:xfrm>
            <a:off x="121917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5"/>
          <p:cNvSpPr/>
          <p:nvPr/>
        </p:nvSpPr>
        <p:spPr>
          <a:xfrm>
            <a:off x="182875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5"/>
          <p:cNvSpPr/>
          <p:nvPr/>
        </p:nvSpPr>
        <p:spPr>
          <a:xfrm>
            <a:off x="243833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5"/>
          <p:cNvSpPr/>
          <p:nvPr/>
        </p:nvSpPr>
        <p:spPr>
          <a:xfrm>
            <a:off x="304792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5"/>
          <p:cNvSpPr/>
          <p:nvPr/>
        </p:nvSpPr>
        <p:spPr>
          <a:xfrm>
            <a:off x="365750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5"/>
          <p:cNvSpPr/>
          <p:nvPr/>
        </p:nvSpPr>
        <p:spPr>
          <a:xfrm>
            <a:off x="426709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5"/>
          <p:cNvSpPr/>
          <p:nvPr/>
        </p:nvSpPr>
        <p:spPr>
          <a:xfrm>
            <a:off x="487667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5"/>
          <p:cNvSpPr/>
          <p:nvPr/>
        </p:nvSpPr>
        <p:spPr>
          <a:xfrm>
            <a:off x="548626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5"/>
          <p:cNvSpPr/>
          <p:nvPr/>
        </p:nvSpPr>
        <p:spPr>
          <a:xfrm>
            <a:off x="609584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5"/>
          <p:cNvSpPr/>
          <p:nvPr/>
        </p:nvSpPr>
        <p:spPr>
          <a:xfrm>
            <a:off x="670543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5"/>
          <p:cNvSpPr/>
          <p:nvPr/>
        </p:nvSpPr>
        <p:spPr>
          <a:xfrm>
            <a:off x="731501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5"/>
          <p:cNvSpPr/>
          <p:nvPr/>
        </p:nvSpPr>
        <p:spPr>
          <a:xfrm>
            <a:off x="792460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5"/>
          <p:cNvSpPr/>
          <p:nvPr/>
        </p:nvSpPr>
        <p:spPr>
          <a:xfrm>
            <a:off x="853418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5"/>
          <p:cNvSpPr/>
          <p:nvPr/>
        </p:nvSpPr>
        <p:spPr>
          <a:xfrm>
            <a:off x="914377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5"/>
          <p:cNvSpPr/>
          <p:nvPr/>
        </p:nvSpPr>
        <p:spPr>
          <a:xfrm>
            <a:off x="975335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5"/>
          <p:cNvSpPr/>
          <p:nvPr/>
        </p:nvSpPr>
        <p:spPr>
          <a:xfrm>
            <a:off x="1036294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5"/>
          <p:cNvSpPr/>
          <p:nvPr/>
        </p:nvSpPr>
        <p:spPr>
          <a:xfrm>
            <a:off x="1097252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5"/>
          <p:cNvSpPr/>
          <p:nvPr/>
        </p:nvSpPr>
        <p:spPr>
          <a:xfrm>
            <a:off x="1158211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5"/>
          <p:cNvSpPr/>
          <p:nvPr/>
        </p:nvSpPr>
        <p:spPr>
          <a:xfrm>
            <a:off x="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5"/>
          <p:cNvSpPr/>
          <p:nvPr/>
        </p:nvSpPr>
        <p:spPr>
          <a:xfrm>
            <a:off x="609585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5"/>
          <p:cNvSpPr/>
          <p:nvPr/>
        </p:nvSpPr>
        <p:spPr>
          <a:xfrm>
            <a:off x="121917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5"/>
          <p:cNvSpPr/>
          <p:nvPr/>
        </p:nvSpPr>
        <p:spPr>
          <a:xfrm>
            <a:off x="182875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5"/>
          <p:cNvSpPr/>
          <p:nvPr/>
        </p:nvSpPr>
        <p:spPr>
          <a:xfrm>
            <a:off x="243833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5"/>
          <p:cNvSpPr/>
          <p:nvPr/>
        </p:nvSpPr>
        <p:spPr>
          <a:xfrm>
            <a:off x="304792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5"/>
          <p:cNvSpPr/>
          <p:nvPr/>
        </p:nvSpPr>
        <p:spPr>
          <a:xfrm>
            <a:off x="365750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5"/>
          <p:cNvSpPr/>
          <p:nvPr/>
        </p:nvSpPr>
        <p:spPr>
          <a:xfrm>
            <a:off x="426709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5"/>
          <p:cNvSpPr/>
          <p:nvPr/>
        </p:nvSpPr>
        <p:spPr>
          <a:xfrm>
            <a:off x="487667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5"/>
          <p:cNvSpPr/>
          <p:nvPr/>
        </p:nvSpPr>
        <p:spPr>
          <a:xfrm>
            <a:off x="548626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5"/>
          <p:cNvSpPr/>
          <p:nvPr/>
        </p:nvSpPr>
        <p:spPr>
          <a:xfrm>
            <a:off x="609584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5"/>
          <p:cNvSpPr/>
          <p:nvPr/>
        </p:nvSpPr>
        <p:spPr>
          <a:xfrm>
            <a:off x="670543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5"/>
          <p:cNvSpPr/>
          <p:nvPr/>
        </p:nvSpPr>
        <p:spPr>
          <a:xfrm>
            <a:off x="731501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5"/>
          <p:cNvSpPr/>
          <p:nvPr/>
        </p:nvSpPr>
        <p:spPr>
          <a:xfrm>
            <a:off x="792460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5"/>
          <p:cNvSpPr/>
          <p:nvPr/>
        </p:nvSpPr>
        <p:spPr>
          <a:xfrm>
            <a:off x="853418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5"/>
          <p:cNvSpPr/>
          <p:nvPr/>
        </p:nvSpPr>
        <p:spPr>
          <a:xfrm>
            <a:off x="914377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5"/>
          <p:cNvSpPr/>
          <p:nvPr/>
        </p:nvSpPr>
        <p:spPr>
          <a:xfrm>
            <a:off x="975335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5"/>
          <p:cNvSpPr/>
          <p:nvPr/>
        </p:nvSpPr>
        <p:spPr>
          <a:xfrm>
            <a:off x="1036294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5"/>
          <p:cNvSpPr/>
          <p:nvPr/>
        </p:nvSpPr>
        <p:spPr>
          <a:xfrm>
            <a:off x="1097252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5"/>
          <p:cNvSpPr/>
          <p:nvPr/>
        </p:nvSpPr>
        <p:spPr>
          <a:xfrm>
            <a:off x="1158211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5"/>
          <p:cNvSpPr/>
          <p:nvPr/>
        </p:nvSpPr>
        <p:spPr>
          <a:xfrm>
            <a:off x="7863840" y="320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GRADE 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5"/>
          <p:cNvSpPr/>
          <p:nvPr/>
        </p:nvSpPr>
        <p:spPr>
          <a:xfrm>
            <a:off x="-548640" y="5074920"/>
            <a:ext cx="6400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4F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16304F"/>
                </a:solidFill>
                <a:latin typeface="Arial"/>
                <a:ea typeface="Arial"/>
                <a:cs typeface="Arial"/>
                <a:sym typeface="Arial"/>
              </a:rPr>
              <a:t>Grades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5"/>
          <p:cNvSpPr/>
          <p:nvPr/>
        </p:nvSpPr>
        <p:spPr>
          <a:xfrm>
            <a:off x="685800" y="685800"/>
            <a:ext cx="10835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Turning Averages into Letter Grades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5"/>
          <p:cNvSpPr/>
          <p:nvPr/>
        </p:nvSpPr>
        <p:spPr>
          <a:xfrm>
            <a:off x="685800" y="1691640"/>
            <a:ext cx="7772400" cy="566928"/>
          </a:xfrm>
          <a:prstGeom prst="roundRect">
            <a:avLst>
              <a:gd fmla="val 9677" name="adj"/>
            </a:avLst>
          </a:prstGeom>
          <a:solidFill>
            <a:srgbClr val="0A1830"/>
          </a:solidFill>
          <a:ln cap="flat" cmpd="sng" w="12700">
            <a:solidFill>
              <a:srgbClr val="244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5"/>
          <p:cNvSpPr/>
          <p:nvPr/>
        </p:nvSpPr>
        <p:spPr>
          <a:xfrm>
            <a:off x="685800" y="1691640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2E90FA"/>
                </a:solidFill>
                <a:latin typeface="Consolas"/>
                <a:ea typeface="Consolas"/>
                <a:cs typeface="Consolas"/>
                <a:sym typeface="Consolas"/>
              </a:rPr>
              <a:t>calculate_grade(average)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5"/>
          <p:cNvSpPr/>
          <p:nvPr/>
        </p:nvSpPr>
        <p:spPr>
          <a:xfrm>
            <a:off x="685800" y="2880360"/>
            <a:ext cx="1508760" cy="1965960"/>
          </a:xfrm>
          <a:prstGeom prst="roundRect">
            <a:avLst>
              <a:gd fmla="val 6061" name="adj"/>
            </a:avLst>
          </a:prstGeom>
          <a:solidFill>
            <a:srgbClr val="12294A"/>
          </a:solidFill>
          <a:ln cap="flat" cmpd="sng" w="1905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5"/>
          <p:cNvSpPr/>
          <p:nvPr/>
        </p:nvSpPr>
        <p:spPr>
          <a:xfrm>
            <a:off x="982980" y="3136392"/>
            <a:ext cx="914400" cy="9144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"/>
          <p:cNvSpPr/>
          <p:nvPr/>
        </p:nvSpPr>
        <p:spPr>
          <a:xfrm>
            <a:off x="982980" y="313639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B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B1B3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5"/>
          <p:cNvSpPr/>
          <p:nvPr/>
        </p:nvSpPr>
        <p:spPr>
          <a:xfrm>
            <a:off x="685800" y="416052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≥ 90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5"/>
          <p:cNvSpPr/>
          <p:nvPr/>
        </p:nvSpPr>
        <p:spPr>
          <a:xfrm>
            <a:off x="2395728" y="2880360"/>
            <a:ext cx="1508760" cy="1965960"/>
          </a:xfrm>
          <a:prstGeom prst="roundRect">
            <a:avLst>
              <a:gd fmla="val 6061" name="adj"/>
            </a:avLst>
          </a:prstGeom>
          <a:solidFill>
            <a:srgbClr val="12294A"/>
          </a:solidFill>
          <a:ln cap="flat" cmpd="sng" w="19050">
            <a:solidFill>
              <a:srgbClr val="2E90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"/>
          <p:cNvSpPr/>
          <p:nvPr/>
        </p:nvSpPr>
        <p:spPr>
          <a:xfrm>
            <a:off x="2692908" y="3136392"/>
            <a:ext cx="914400" cy="914400"/>
          </a:xfrm>
          <a:prstGeom prst="ellipse">
            <a:avLst/>
          </a:prstGeom>
          <a:solidFill>
            <a:srgbClr val="2E9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"/>
          <p:cNvSpPr/>
          <p:nvPr/>
        </p:nvSpPr>
        <p:spPr>
          <a:xfrm>
            <a:off x="2692908" y="313639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B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B1B33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5"/>
          <p:cNvSpPr/>
          <p:nvPr/>
        </p:nvSpPr>
        <p:spPr>
          <a:xfrm>
            <a:off x="2395728" y="416052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≥ 80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5"/>
          <p:cNvSpPr/>
          <p:nvPr/>
        </p:nvSpPr>
        <p:spPr>
          <a:xfrm>
            <a:off x="4105656" y="2880360"/>
            <a:ext cx="1508760" cy="1965960"/>
          </a:xfrm>
          <a:prstGeom prst="roundRect">
            <a:avLst>
              <a:gd fmla="val 6061" name="adj"/>
            </a:avLst>
          </a:prstGeom>
          <a:solidFill>
            <a:srgbClr val="12294A"/>
          </a:solidFill>
          <a:ln cap="flat" cmpd="sng" w="19050">
            <a:solidFill>
              <a:srgbClr val="FFB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5"/>
          <p:cNvSpPr/>
          <p:nvPr/>
        </p:nvSpPr>
        <p:spPr>
          <a:xfrm>
            <a:off x="4402836" y="3136392"/>
            <a:ext cx="914400" cy="91440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5"/>
          <p:cNvSpPr/>
          <p:nvPr/>
        </p:nvSpPr>
        <p:spPr>
          <a:xfrm>
            <a:off x="4402836" y="313639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B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B1B33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5"/>
          <p:cNvSpPr/>
          <p:nvPr/>
        </p:nvSpPr>
        <p:spPr>
          <a:xfrm>
            <a:off x="4105656" y="416052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≥ 70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5"/>
          <p:cNvSpPr/>
          <p:nvPr/>
        </p:nvSpPr>
        <p:spPr>
          <a:xfrm>
            <a:off x="5815584" y="2880360"/>
            <a:ext cx="1508760" cy="1965960"/>
          </a:xfrm>
          <a:prstGeom prst="roundRect">
            <a:avLst>
              <a:gd fmla="val 6061" name="adj"/>
            </a:avLst>
          </a:prstGeom>
          <a:solidFill>
            <a:srgbClr val="12294A"/>
          </a:solidFill>
          <a:ln cap="flat" cmpd="sng" w="19050">
            <a:solidFill>
              <a:srgbClr val="FF8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5"/>
          <p:cNvSpPr/>
          <p:nvPr/>
        </p:nvSpPr>
        <p:spPr>
          <a:xfrm>
            <a:off x="6112764" y="3136392"/>
            <a:ext cx="914400" cy="9144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5"/>
          <p:cNvSpPr/>
          <p:nvPr/>
        </p:nvSpPr>
        <p:spPr>
          <a:xfrm>
            <a:off x="6112764" y="313639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B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B1B33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5"/>
          <p:cNvSpPr/>
          <p:nvPr/>
        </p:nvSpPr>
        <p:spPr>
          <a:xfrm>
            <a:off x="5815584" y="416052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≥ 60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5"/>
          <p:cNvSpPr/>
          <p:nvPr/>
        </p:nvSpPr>
        <p:spPr>
          <a:xfrm>
            <a:off x="7525512" y="2880360"/>
            <a:ext cx="1508760" cy="1965960"/>
          </a:xfrm>
          <a:prstGeom prst="roundRect">
            <a:avLst>
              <a:gd fmla="val 6061" name="adj"/>
            </a:avLst>
          </a:prstGeom>
          <a:solidFill>
            <a:srgbClr val="12294A"/>
          </a:solidFill>
          <a:ln cap="flat" cmpd="sng" w="19050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5"/>
          <p:cNvSpPr/>
          <p:nvPr/>
        </p:nvSpPr>
        <p:spPr>
          <a:xfrm>
            <a:off x="7822692" y="3136392"/>
            <a:ext cx="914400" cy="914400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5"/>
          <p:cNvSpPr/>
          <p:nvPr/>
        </p:nvSpPr>
        <p:spPr>
          <a:xfrm>
            <a:off x="7822692" y="313639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B3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B1B33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5"/>
          <p:cNvSpPr/>
          <p:nvPr/>
        </p:nvSpPr>
        <p:spPr>
          <a:xfrm>
            <a:off x="7525512" y="416052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 60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5"/>
          <p:cNvSpPr/>
          <p:nvPr/>
        </p:nvSpPr>
        <p:spPr>
          <a:xfrm>
            <a:off x="685800" y="5166360"/>
            <a:ext cx="7772400" cy="960120"/>
          </a:xfrm>
          <a:prstGeom prst="roundRect">
            <a:avLst>
              <a:gd fmla="val 7619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5"/>
          <p:cNvSpPr/>
          <p:nvPr/>
        </p:nvSpPr>
        <p:spPr>
          <a:xfrm>
            <a:off x="914400" y="5166360"/>
            <a:ext cx="7315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Checked top-down with if / elif / else — the first threshold the average meets wins, so order matters.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5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C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CA0"/>
                </a:solidFill>
                <a:latin typeface="Calibri"/>
                <a:ea typeface="Calibri"/>
                <a:cs typeface="Calibri"/>
                <a:sym typeface="Calibri"/>
              </a:rPr>
              <a:t>05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6"/>
          <p:cNvSpPr/>
          <p:nvPr/>
        </p:nvSpPr>
        <p:spPr>
          <a:xfrm>
            <a:off x="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6"/>
          <p:cNvSpPr/>
          <p:nvPr/>
        </p:nvSpPr>
        <p:spPr>
          <a:xfrm>
            <a:off x="609585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6"/>
          <p:cNvSpPr/>
          <p:nvPr/>
        </p:nvSpPr>
        <p:spPr>
          <a:xfrm>
            <a:off x="121917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6"/>
          <p:cNvSpPr/>
          <p:nvPr/>
        </p:nvSpPr>
        <p:spPr>
          <a:xfrm>
            <a:off x="182875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6"/>
          <p:cNvSpPr/>
          <p:nvPr/>
        </p:nvSpPr>
        <p:spPr>
          <a:xfrm>
            <a:off x="243833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6"/>
          <p:cNvSpPr/>
          <p:nvPr/>
        </p:nvSpPr>
        <p:spPr>
          <a:xfrm>
            <a:off x="304792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6"/>
          <p:cNvSpPr/>
          <p:nvPr/>
        </p:nvSpPr>
        <p:spPr>
          <a:xfrm>
            <a:off x="365750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6"/>
          <p:cNvSpPr/>
          <p:nvPr/>
        </p:nvSpPr>
        <p:spPr>
          <a:xfrm>
            <a:off x="426709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6"/>
          <p:cNvSpPr/>
          <p:nvPr/>
        </p:nvSpPr>
        <p:spPr>
          <a:xfrm>
            <a:off x="487667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6"/>
          <p:cNvSpPr/>
          <p:nvPr/>
        </p:nvSpPr>
        <p:spPr>
          <a:xfrm>
            <a:off x="548626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6"/>
          <p:cNvSpPr/>
          <p:nvPr/>
        </p:nvSpPr>
        <p:spPr>
          <a:xfrm>
            <a:off x="609584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6"/>
          <p:cNvSpPr/>
          <p:nvPr/>
        </p:nvSpPr>
        <p:spPr>
          <a:xfrm>
            <a:off x="670543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6"/>
          <p:cNvSpPr/>
          <p:nvPr/>
        </p:nvSpPr>
        <p:spPr>
          <a:xfrm>
            <a:off x="731501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6"/>
          <p:cNvSpPr/>
          <p:nvPr/>
        </p:nvSpPr>
        <p:spPr>
          <a:xfrm>
            <a:off x="792460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6"/>
          <p:cNvSpPr/>
          <p:nvPr/>
        </p:nvSpPr>
        <p:spPr>
          <a:xfrm>
            <a:off x="853418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6"/>
          <p:cNvSpPr/>
          <p:nvPr/>
        </p:nvSpPr>
        <p:spPr>
          <a:xfrm>
            <a:off x="914377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6"/>
          <p:cNvSpPr/>
          <p:nvPr/>
        </p:nvSpPr>
        <p:spPr>
          <a:xfrm>
            <a:off x="975335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6"/>
          <p:cNvSpPr/>
          <p:nvPr/>
        </p:nvSpPr>
        <p:spPr>
          <a:xfrm>
            <a:off x="1036294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6"/>
          <p:cNvSpPr/>
          <p:nvPr/>
        </p:nvSpPr>
        <p:spPr>
          <a:xfrm>
            <a:off x="1097252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6"/>
          <p:cNvSpPr/>
          <p:nvPr/>
        </p:nvSpPr>
        <p:spPr>
          <a:xfrm>
            <a:off x="1158211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6"/>
          <p:cNvSpPr/>
          <p:nvPr/>
        </p:nvSpPr>
        <p:spPr>
          <a:xfrm>
            <a:off x="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6"/>
          <p:cNvSpPr/>
          <p:nvPr/>
        </p:nvSpPr>
        <p:spPr>
          <a:xfrm>
            <a:off x="609585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6"/>
          <p:cNvSpPr/>
          <p:nvPr/>
        </p:nvSpPr>
        <p:spPr>
          <a:xfrm>
            <a:off x="121917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6"/>
          <p:cNvSpPr/>
          <p:nvPr/>
        </p:nvSpPr>
        <p:spPr>
          <a:xfrm>
            <a:off x="182875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6"/>
          <p:cNvSpPr/>
          <p:nvPr/>
        </p:nvSpPr>
        <p:spPr>
          <a:xfrm>
            <a:off x="243833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6"/>
          <p:cNvSpPr/>
          <p:nvPr/>
        </p:nvSpPr>
        <p:spPr>
          <a:xfrm>
            <a:off x="304792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6"/>
          <p:cNvSpPr/>
          <p:nvPr/>
        </p:nvSpPr>
        <p:spPr>
          <a:xfrm>
            <a:off x="365750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6"/>
          <p:cNvSpPr/>
          <p:nvPr/>
        </p:nvSpPr>
        <p:spPr>
          <a:xfrm>
            <a:off x="426709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6"/>
          <p:cNvSpPr/>
          <p:nvPr/>
        </p:nvSpPr>
        <p:spPr>
          <a:xfrm>
            <a:off x="487667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6"/>
          <p:cNvSpPr/>
          <p:nvPr/>
        </p:nvSpPr>
        <p:spPr>
          <a:xfrm>
            <a:off x="548626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6"/>
          <p:cNvSpPr/>
          <p:nvPr/>
        </p:nvSpPr>
        <p:spPr>
          <a:xfrm>
            <a:off x="609584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6"/>
          <p:cNvSpPr/>
          <p:nvPr/>
        </p:nvSpPr>
        <p:spPr>
          <a:xfrm>
            <a:off x="670543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6"/>
          <p:cNvSpPr/>
          <p:nvPr/>
        </p:nvSpPr>
        <p:spPr>
          <a:xfrm>
            <a:off x="731501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6"/>
          <p:cNvSpPr/>
          <p:nvPr/>
        </p:nvSpPr>
        <p:spPr>
          <a:xfrm>
            <a:off x="792460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6"/>
          <p:cNvSpPr/>
          <p:nvPr/>
        </p:nvSpPr>
        <p:spPr>
          <a:xfrm>
            <a:off x="853418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6"/>
          <p:cNvSpPr/>
          <p:nvPr/>
        </p:nvSpPr>
        <p:spPr>
          <a:xfrm>
            <a:off x="914377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6"/>
          <p:cNvSpPr/>
          <p:nvPr/>
        </p:nvSpPr>
        <p:spPr>
          <a:xfrm>
            <a:off x="975335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6"/>
          <p:cNvSpPr/>
          <p:nvPr/>
        </p:nvSpPr>
        <p:spPr>
          <a:xfrm>
            <a:off x="1036294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6"/>
          <p:cNvSpPr/>
          <p:nvPr/>
        </p:nvSpPr>
        <p:spPr>
          <a:xfrm>
            <a:off x="1097252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6"/>
          <p:cNvSpPr/>
          <p:nvPr/>
        </p:nvSpPr>
        <p:spPr>
          <a:xfrm>
            <a:off x="1158211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6"/>
          <p:cNvSpPr/>
          <p:nvPr/>
        </p:nvSpPr>
        <p:spPr>
          <a:xfrm>
            <a:off x="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6"/>
          <p:cNvSpPr/>
          <p:nvPr/>
        </p:nvSpPr>
        <p:spPr>
          <a:xfrm>
            <a:off x="609585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6"/>
          <p:cNvSpPr/>
          <p:nvPr/>
        </p:nvSpPr>
        <p:spPr>
          <a:xfrm>
            <a:off x="121917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6"/>
          <p:cNvSpPr/>
          <p:nvPr/>
        </p:nvSpPr>
        <p:spPr>
          <a:xfrm>
            <a:off x="182875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6"/>
          <p:cNvSpPr/>
          <p:nvPr/>
        </p:nvSpPr>
        <p:spPr>
          <a:xfrm>
            <a:off x="243833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6"/>
          <p:cNvSpPr/>
          <p:nvPr/>
        </p:nvSpPr>
        <p:spPr>
          <a:xfrm>
            <a:off x="304792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6"/>
          <p:cNvSpPr/>
          <p:nvPr/>
        </p:nvSpPr>
        <p:spPr>
          <a:xfrm>
            <a:off x="365750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6"/>
          <p:cNvSpPr/>
          <p:nvPr/>
        </p:nvSpPr>
        <p:spPr>
          <a:xfrm>
            <a:off x="426709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6"/>
          <p:cNvSpPr/>
          <p:nvPr/>
        </p:nvSpPr>
        <p:spPr>
          <a:xfrm>
            <a:off x="487667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6"/>
          <p:cNvSpPr/>
          <p:nvPr/>
        </p:nvSpPr>
        <p:spPr>
          <a:xfrm>
            <a:off x="548626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6"/>
          <p:cNvSpPr/>
          <p:nvPr/>
        </p:nvSpPr>
        <p:spPr>
          <a:xfrm>
            <a:off x="609584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6"/>
          <p:cNvSpPr/>
          <p:nvPr/>
        </p:nvSpPr>
        <p:spPr>
          <a:xfrm>
            <a:off x="670543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6"/>
          <p:cNvSpPr/>
          <p:nvPr/>
        </p:nvSpPr>
        <p:spPr>
          <a:xfrm>
            <a:off x="731501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6"/>
          <p:cNvSpPr/>
          <p:nvPr/>
        </p:nvSpPr>
        <p:spPr>
          <a:xfrm>
            <a:off x="792460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6"/>
          <p:cNvSpPr/>
          <p:nvPr/>
        </p:nvSpPr>
        <p:spPr>
          <a:xfrm>
            <a:off x="853418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6"/>
          <p:cNvSpPr/>
          <p:nvPr/>
        </p:nvSpPr>
        <p:spPr>
          <a:xfrm>
            <a:off x="914377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6"/>
          <p:cNvSpPr/>
          <p:nvPr/>
        </p:nvSpPr>
        <p:spPr>
          <a:xfrm>
            <a:off x="975335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6"/>
          <p:cNvSpPr/>
          <p:nvPr/>
        </p:nvSpPr>
        <p:spPr>
          <a:xfrm>
            <a:off x="1036294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6"/>
          <p:cNvSpPr/>
          <p:nvPr/>
        </p:nvSpPr>
        <p:spPr>
          <a:xfrm>
            <a:off x="1097252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6"/>
          <p:cNvSpPr/>
          <p:nvPr/>
        </p:nvSpPr>
        <p:spPr>
          <a:xfrm>
            <a:off x="1158211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6"/>
          <p:cNvSpPr/>
          <p:nvPr/>
        </p:nvSpPr>
        <p:spPr>
          <a:xfrm>
            <a:off x="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6"/>
          <p:cNvSpPr/>
          <p:nvPr/>
        </p:nvSpPr>
        <p:spPr>
          <a:xfrm>
            <a:off x="609585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6"/>
          <p:cNvSpPr/>
          <p:nvPr/>
        </p:nvSpPr>
        <p:spPr>
          <a:xfrm>
            <a:off x="121917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6"/>
          <p:cNvSpPr/>
          <p:nvPr/>
        </p:nvSpPr>
        <p:spPr>
          <a:xfrm>
            <a:off x="182875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6"/>
          <p:cNvSpPr/>
          <p:nvPr/>
        </p:nvSpPr>
        <p:spPr>
          <a:xfrm>
            <a:off x="243833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6"/>
          <p:cNvSpPr/>
          <p:nvPr/>
        </p:nvSpPr>
        <p:spPr>
          <a:xfrm>
            <a:off x="304792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6"/>
          <p:cNvSpPr/>
          <p:nvPr/>
        </p:nvSpPr>
        <p:spPr>
          <a:xfrm>
            <a:off x="365750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6"/>
          <p:cNvSpPr/>
          <p:nvPr/>
        </p:nvSpPr>
        <p:spPr>
          <a:xfrm>
            <a:off x="426709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6"/>
          <p:cNvSpPr/>
          <p:nvPr/>
        </p:nvSpPr>
        <p:spPr>
          <a:xfrm>
            <a:off x="487667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6"/>
          <p:cNvSpPr/>
          <p:nvPr/>
        </p:nvSpPr>
        <p:spPr>
          <a:xfrm>
            <a:off x="548626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6"/>
          <p:cNvSpPr/>
          <p:nvPr/>
        </p:nvSpPr>
        <p:spPr>
          <a:xfrm>
            <a:off x="609584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6"/>
          <p:cNvSpPr/>
          <p:nvPr/>
        </p:nvSpPr>
        <p:spPr>
          <a:xfrm>
            <a:off x="670543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6"/>
          <p:cNvSpPr/>
          <p:nvPr/>
        </p:nvSpPr>
        <p:spPr>
          <a:xfrm>
            <a:off x="731501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6"/>
          <p:cNvSpPr/>
          <p:nvPr/>
        </p:nvSpPr>
        <p:spPr>
          <a:xfrm>
            <a:off x="792460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6"/>
          <p:cNvSpPr/>
          <p:nvPr/>
        </p:nvSpPr>
        <p:spPr>
          <a:xfrm>
            <a:off x="853418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6"/>
          <p:cNvSpPr/>
          <p:nvPr/>
        </p:nvSpPr>
        <p:spPr>
          <a:xfrm>
            <a:off x="914377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6"/>
          <p:cNvSpPr/>
          <p:nvPr/>
        </p:nvSpPr>
        <p:spPr>
          <a:xfrm>
            <a:off x="975335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6"/>
          <p:cNvSpPr/>
          <p:nvPr/>
        </p:nvSpPr>
        <p:spPr>
          <a:xfrm>
            <a:off x="1036294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6"/>
          <p:cNvSpPr/>
          <p:nvPr/>
        </p:nvSpPr>
        <p:spPr>
          <a:xfrm>
            <a:off x="1097252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6"/>
          <p:cNvSpPr/>
          <p:nvPr/>
        </p:nvSpPr>
        <p:spPr>
          <a:xfrm>
            <a:off x="1158211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6"/>
          <p:cNvSpPr/>
          <p:nvPr/>
        </p:nvSpPr>
        <p:spPr>
          <a:xfrm>
            <a:off x="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6"/>
          <p:cNvSpPr/>
          <p:nvPr/>
        </p:nvSpPr>
        <p:spPr>
          <a:xfrm>
            <a:off x="609585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6"/>
          <p:cNvSpPr/>
          <p:nvPr/>
        </p:nvSpPr>
        <p:spPr>
          <a:xfrm>
            <a:off x="121917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6"/>
          <p:cNvSpPr/>
          <p:nvPr/>
        </p:nvSpPr>
        <p:spPr>
          <a:xfrm>
            <a:off x="182875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6"/>
          <p:cNvSpPr/>
          <p:nvPr/>
        </p:nvSpPr>
        <p:spPr>
          <a:xfrm>
            <a:off x="243833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6"/>
          <p:cNvSpPr/>
          <p:nvPr/>
        </p:nvSpPr>
        <p:spPr>
          <a:xfrm>
            <a:off x="304792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6"/>
          <p:cNvSpPr/>
          <p:nvPr/>
        </p:nvSpPr>
        <p:spPr>
          <a:xfrm>
            <a:off x="365750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6"/>
          <p:cNvSpPr/>
          <p:nvPr/>
        </p:nvSpPr>
        <p:spPr>
          <a:xfrm>
            <a:off x="426709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6"/>
          <p:cNvSpPr/>
          <p:nvPr/>
        </p:nvSpPr>
        <p:spPr>
          <a:xfrm>
            <a:off x="487667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6"/>
          <p:cNvSpPr/>
          <p:nvPr/>
        </p:nvSpPr>
        <p:spPr>
          <a:xfrm>
            <a:off x="548626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6"/>
          <p:cNvSpPr/>
          <p:nvPr/>
        </p:nvSpPr>
        <p:spPr>
          <a:xfrm>
            <a:off x="609584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6"/>
          <p:cNvSpPr/>
          <p:nvPr/>
        </p:nvSpPr>
        <p:spPr>
          <a:xfrm>
            <a:off x="670543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6"/>
          <p:cNvSpPr/>
          <p:nvPr/>
        </p:nvSpPr>
        <p:spPr>
          <a:xfrm>
            <a:off x="731501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6"/>
          <p:cNvSpPr/>
          <p:nvPr/>
        </p:nvSpPr>
        <p:spPr>
          <a:xfrm>
            <a:off x="792460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6"/>
          <p:cNvSpPr/>
          <p:nvPr/>
        </p:nvSpPr>
        <p:spPr>
          <a:xfrm>
            <a:off x="853418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6"/>
          <p:cNvSpPr/>
          <p:nvPr/>
        </p:nvSpPr>
        <p:spPr>
          <a:xfrm>
            <a:off x="914377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6"/>
          <p:cNvSpPr/>
          <p:nvPr/>
        </p:nvSpPr>
        <p:spPr>
          <a:xfrm>
            <a:off x="975335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6"/>
          <p:cNvSpPr/>
          <p:nvPr/>
        </p:nvSpPr>
        <p:spPr>
          <a:xfrm>
            <a:off x="1036294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6"/>
          <p:cNvSpPr/>
          <p:nvPr/>
        </p:nvSpPr>
        <p:spPr>
          <a:xfrm>
            <a:off x="1097252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6"/>
          <p:cNvSpPr/>
          <p:nvPr/>
        </p:nvSpPr>
        <p:spPr>
          <a:xfrm>
            <a:off x="1158211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6"/>
          <p:cNvSpPr/>
          <p:nvPr/>
        </p:nvSpPr>
        <p:spPr>
          <a:xfrm>
            <a:off x="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6"/>
          <p:cNvSpPr/>
          <p:nvPr/>
        </p:nvSpPr>
        <p:spPr>
          <a:xfrm>
            <a:off x="609585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6"/>
          <p:cNvSpPr/>
          <p:nvPr/>
        </p:nvSpPr>
        <p:spPr>
          <a:xfrm>
            <a:off x="121917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6"/>
          <p:cNvSpPr/>
          <p:nvPr/>
        </p:nvSpPr>
        <p:spPr>
          <a:xfrm>
            <a:off x="182875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6"/>
          <p:cNvSpPr/>
          <p:nvPr/>
        </p:nvSpPr>
        <p:spPr>
          <a:xfrm>
            <a:off x="243833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6"/>
          <p:cNvSpPr/>
          <p:nvPr/>
        </p:nvSpPr>
        <p:spPr>
          <a:xfrm>
            <a:off x="304792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6"/>
          <p:cNvSpPr/>
          <p:nvPr/>
        </p:nvSpPr>
        <p:spPr>
          <a:xfrm>
            <a:off x="365750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6"/>
          <p:cNvSpPr/>
          <p:nvPr/>
        </p:nvSpPr>
        <p:spPr>
          <a:xfrm>
            <a:off x="426709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6"/>
          <p:cNvSpPr/>
          <p:nvPr/>
        </p:nvSpPr>
        <p:spPr>
          <a:xfrm>
            <a:off x="487667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6"/>
          <p:cNvSpPr/>
          <p:nvPr/>
        </p:nvSpPr>
        <p:spPr>
          <a:xfrm>
            <a:off x="548626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6"/>
          <p:cNvSpPr/>
          <p:nvPr/>
        </p:nvSpPr>
        <p:spPr>
          <a:xfrm>
            <a:off x="609584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6"/>
          <p:cNvSpPr/>
          <p:nvPr/>
        </p:nvSpPr>
        <p:spPr>
          <a:xfrm>
            <a:off x="670543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6"/>
          <p:cNvSpPr/>
          <p:nvPr/>
        </p:nvSpPr>
        <p:spPr>
          <a:xfrm>
            <a:off x="731501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6"/>
          <p:cNvSpPr/>
          <p:nvPr/>
        </p:nvSpPr>
        <p:spPr>
          <a:xfrm>
            <a:off x="792460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6"/>
          <p:cNvSpPr/>
          <p:nvPr/>
        </p:nvSpPr>
        <p:spPr>
          <a:xfrm>
            <a:off x="853418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6"/>
          <p:cNvSpPr/>
          <p:nvPr/>
        </p:nvSpPr>
        <p:spPr>
          <a:xfrm>
            <a:off x="914377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6"/>
          <p:cNvSpPr/>
          <p:nvPr/>
        </p:nvSpPr>
        <p:spPr>
          <a:xfrm>
            <a:off x="975335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6"/>
          <p:cNvSpPr/>
          <p:nvPr/>
        </p:nvSpPr>
        <p:spPr>
          <a:xfrm>
            <a:off x="1036294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6"/>
          <p:cNvSpPr/>
          <p:nvPr/>
        </p:nvSpPr>
        <p:spPr>
          <a:xfrm>
            <a:off x="1097252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6"/>
          <p:cNvSpPr/>
          <p:nvPr/>
        </p:nvSpPr>
        <p:spPr>
          <a:xfrm>
            <a:off x="1158211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6"/>
          <p:cNvSpPr/>
          <p:nvPr/>
        </p:nvSpPr>
        <p:spPr>
          <a:xfrm>
            <a:off x="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6"/>
          <p:cNvSpPr/>
          <p:nvPr/>
        </p:nvSpPr>
        <p:spPr>
          <a:xfrm>
            <a:off x="609585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6"/>
          <p:cNvSpPr/>
          <p:nvPr/>
        </p:nvSpPr>
        <p:spPr>
          <a:xfrm>
            <a:off x="121917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6"/>
          <p:cNvSpPr/>
          <p:nvPr/>
        </p:nvSpPr>
        <p:spPr>
          <a:xfrm>
            <a:off x="182875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6"/>
          <p:cNvSpPr/>
          <p:nvPr/>
        </p:nvSpPr>
        <p:spPr>
          <a:xfrm>
            <a:off x="243833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6"/>
          <p:cNvSpPr/>
          <p:nvPr/>
        </p:nvSpPr>
        <p:spPr>
          <a:xfrm>
            <a:off x="304792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6"/>
          <p:cNvSpPr/>
          <p:nvPr/>
        </p:nvSpPr>
        <p:spPr>
          <a:xfrm>
            <a:off x="365750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6"/>
          <p:cNvSpPr/>
          <p:nvPr/>
        </p:nvSpPr>
        <p:spPr>
          <a:xfrm>
            <a:off x="426709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6"/>
          <p:cNvSpPr/>
          <p:nvPr/>
        </p:nvSpPr>
        <p:spPr>
          <a:xfrm>
            <a:off x="487667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6"/>
          <p:cNvSpPr/>
          <p:nvPr/>
        </p:nvSpPr>
        <p:spPr>
          <a:xfrm>
            <a:off x="548626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6"/>
          <p:cNvSpPr/>
          <p:nvPr/>
        </p:nvSpPr>
        <p:spPr>
          <a:xfrm>
            <a:off x="609584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6"/>
          <p:cNvSpPr/>
          <p:nvPr/>
        </p:nvSpPr>
        <p:spPr>
          <a:xfrm>
            <a:off x="670543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6"/>
          <p:cNvSpPr/>
          <p:nvPr/>
        </p:nvSpPr>
        <p:spPr>
          <a:xfrm>
            <a:off x="731501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6"/>
          <p:cNvSpPr/>
          <p:nvPr/>
        </p:nvSpPr>
        <p:spPr>
          <a:xfrm>
            <a:off x="792460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6"/>
          <p:cNvSpPr/>
          <p:nvPr/>
        </p:nvSpPr>
        <p:spPr>
          <a:xfrm>
            <a:off x="853418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6"/>
          <p:cNvSpPr/>
          <p:nvPr/>
        </p:nvSpPr>
        <p:spPr>
          <a:xfrm>
            <a:off x="914377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6"/>
          <p:cNvSpPr/>
          <p:nvPr/>
        </p:nvSpPr>
        <p:spPr>
          <a:xfrm>
            <a:off x="975335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6"/>
          <p:cNvSpPr/>
          <p:nvPr/>
        </p:nvSpPr>
        <p:spPr>
          <a:xfrm>
            <a:off x="1036294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6"/>
          <p:cNvSpPr/>
          <p:nvPr/>
        </p:nvSpPr>
        <p:spPr>
          <a:xfrm>
            <a:off x="1097252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6"/>
          <p:cNvSpPr/>
          <p:nvPr/>
        </p:nvSpPr>
        <p:spPr>
          <a:xfrm>
            <a:off x="1158211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6"/>
          <p:cNvSpPr/>
          <p:nvPr/>
        </p:nvSpPr>
        <p:spPr>
          <a:xfrm>
            <a:off x="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6"/>
          <p:cNvSpPr/>
          <p:nvPr/>
        </p:nvSpPr>
        <p:spPr>
          <a:xfrm>
            <a:off x="609585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6"/>
          <p:cNvSpPr/>
          <p:nvPr/>
        </p:nvSpPr>
        <p:spPr>
          <a:xfrm>
            <a:off x="121917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6"/>
          <p:cNvSpPr/>
          <p:nvPr/>
        </p:nvSpPr>
        <p:spPr>
          <a:xfrm>
            <a:off x="182875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"/>
          <p:cNvSpPr/>
          <p:nvPr/>
        </p:nvSpPr>
        <p:spPr>
          <a:xfrm>
            <a:off x="243833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"/>
          <p:cNvSpPr/>
          <p:nvPr/>
        </p:nvSpPr>
        <p:spPr>
          <a:xfrm>
            <a:off x="304792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"/>
          <p:cNvSpPr/>
          <p:nvPr/>
        </p:nvSpPr>
        <p:spPr>
          <a:xfrm>
            <a:off x="365750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"/>
          <p:cNvSpPr/>
          <p:nvPr/>
        </p:nvSpPr>
        <p:spPr>
          <a:xfrm>
            <a:off x="426709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"/>
          <p:cNvSpPr/>
          <p:nvPr/>
        </p:nvSpPr>
        <p:spPr>
          <a:xfrm>
            <a:off x="487667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"/>
          <p:cNvSpPr/>
          <p:nvPr/>
        </p:nvSpPr>
        <p:spPr>
          <a:xfrm>
            <a:off x="548626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"/>
          <p:cNvSpPr/>
          <p:nvPr/>
        </p:nvSpPr>
        <p:spPr>
          <a:xfrm>
            <a:off x="609584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6"/>
          <p:cNvSpPr/>
          <p:nvPr/>
        </p:nvSpPr>
        <p:spPr>
          <a:xfrm>
            <a:off x="670543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6"/>
          <p:cNvSpPr/>
          <p:nvPr/>
        </p:nvSpPr>
        <p:spPr>
          <a:xfrm>
            <a:off x="731501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6"/>
          <p:cNvSpPr/>
          <p:nvPr/>
        </p:nvSpPr>
        <p:spPr>
          <a:xfrm>
            <a:off x="792460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6"/>
          <p:cNvSpPr/>
          <p:nvPr/>
        </p:nvSpPr>
        <p:spPr>
          <a:xfrm>
            <a:off x="853418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6"/>
          <p:cNvSpPr/>
          <p:nvPr/>
        </p:nvSpPr>
        <p:spPr>
          <a:xfrm>
            <a:off x="914377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6"/>
          <p:cNvSpPr/>
          <p:nvPr/>
        </p:nvSpPr>
        <p:spPr>
          <a:xfrm>
            <a:off x="975335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6"/>
          <p:cNvSpPr/>
          <p:nvPr/>
        </p:nvSpPr>
        <p:spPr>
          <a:xfrm>
            <a:off x="1036294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6"/>
          <p:cNvSpPr/>
          <p:nvPr/>
        </p:nvSpPr>
        <p:spPr>
          <a:xfrm>
            <a:off x="1097252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6"/>
          <p:cNvSpPr/>
          <p:nvPr/>
        </p:nvSpPr>
        <p:spPr>
          <a:xfrm>
            <a:off x="1158211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6"/>
          <p:cNvSpPr/>
          <p:nvPr/>
        </p:nvSpPr>
        <p:spPr>
          <a:xfrm>
            <a:off x="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6"/>
          <p:cNvSpPr/>
          <p:nvPr/>
        </p:nvSpPr>
        <p:spPr>
          <a:xfrm>
            <a:off x="609585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6"/>
          <p:cNvSpPr/>
          <p:nvPr/>
        </p:nvSpPr>
        <p:spPr>
          <a:xfrm>
            <a:off x="121917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6"/>
          <p:cNvSpPr/>
          <p:nvPr/>
        </p:nvSpPr>
        <p:spPr>
          <a:xfrm>
            <a:off x="182875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6"/>
          <p:cNvSpPr/>
          <p:nvPr/>
        </p:nvSpPr>
        <p:spPr>
          <a:xfrm>
            <a:off x="243833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6"/>
          <p:cNvSpPr/>
          <p:nvPr/>
        </p:nvSpPr>
        <p:spPr>
          <a:xfrm>
            <a:off x="304792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6"/>
          <p:cNvSpPr/>
          <p:nvPr/>
        </p:nvSpPr>
        <p:spPr>
          <a:xfrm>
            <a:off x="365750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6"/>
          <p:cNvSpPr/>
          <p:nvPr/>
        </p:nvSpPr>
        <p:spPr>
          <a:xfrm>
            <a:off x="426709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6"/>
          <p:cNvSpPr/>
          <p:nvPr/>
        </p:nvSpPr>
        <p:spPr>
          <a:xfrm>
            <a:off x="487667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6"/>
          <p:cNvSpPr/>
          <p:nvPr/>
        </p:nvSpPr>
        <p:spPr>
          <a:xfrm>
            <a:off x="548626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6"/>
          <p:cNvSpPr/>
          <p:nvPr/>
        </p:nvSpPr>
        <p:spPr>
          <a:xfrm>
            <a:off x="609584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"/>
          <p:cNvSpPr/>
          <p:nvPr/>
        </p:nvSpPr>
        <p:spPr>
          <a:xfrm>
            <a:off x="670543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"/>
          <p:cNvSpPr/>
          <p:nvPr/>
        </p:nvSpPr>
        <p:spPr>
          <a:xfrm>
            <a:off x="731501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"/>
          <p:cNvSpPr/>
          <p:nvPr/>
        </p:nvSpPr>
        <p:spPr>
          <a:xfrm>
            <a:off x="792460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"/>
          <p:cNvSpPr/>
          <p:nvPr/>
        </p:nvSpPr>
        <p:spPr>
          <a:xfrm>
            <a:off x="853418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"/>
          <p:cNvSpPr/>
          <p:nvPr/>
        </p:nvSpPr>
        <p:spPr>
          <a:xfrm>
            <a:off x="914377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"/>
          <p:cNvSpPr/>
          <p:nvPr/>
        </p:nvSpPr>
        <p:spPr>
          <a:xfrm>
            <a:off x="975335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"/>
          <p:cNvSpPr/>
          <p:nvPr/>
        </p:nvSpPr>
        <p:spPr>
          <a:xfrm>
            <a:off x="1036294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6"/>
          <p:cNvSpPr/>
          <p:nvPr/>
        </p:nvSpPr>
        <p:spPr>
          <a:xfrm>
            <a:off x="1097252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6"/>
          <p:cNvSpPr/>
          <p:nvPr/>
        </p:nvSpPr>
        <p:spPr>
          <a:xfrm>
            <a:off x="1158211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6"/>
          <p:cNvSpPr/>
          <p:nvPr/>
        </p:nvSpPr>
        <p:spPr>
          <a:xfrm>
            <a:off x="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6"/>
          <p:cNvSpPr/>
          <p:nvPr/>
        </p:nvSpPr>
        <p:spPr>
          <a:xfrm>
            <a:off x="609585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6"/>
          <p:cNvSpPr/>
          <p:nvPr/>
        </p:nvSpPr>
        <p:spPr>
          <a:xfrm>
            <a:off x="121917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6"/>
          <p:cNvSpPr/>
          <p:nvPr/>
        </p:nvSpPr>
        <p:spPr>
          <a:xfrm>
            <a:off x="182875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6"/>
          <p:cNvSpPr/>
          <p:nvPr/>
        </p:nvSpPr>
        <p:spPr>
          <a:xfrm>
            <a:off x="243833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6"/>
          <p:cNvSpPr/>
          <p:nvPr/>
        </p:nvSpPr>
        <p:spPr>
          <a:xfrm>
            <a:off x="304792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6"/>
          <p:cNvSpPr/>
          <p:nvPr/>
        </p:nvSpPr>
        <p:spPr>
          <a:xfrm>
            <a:off x="365750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6"/>
          <p:cNvSpPr/>
          <p:nvPr/>
        </p:nvSpPr>
        <p:spPr>
          <a:xfrm>
            <a:off x="426709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6"/>
          <p:cNvSpPr/>
          <p:nvPr/>
        </p:nvSpPr>
        <p:spPr>
          <a:xfrm>
            <a:off x="487667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6"/>
          <p:cNvSpPr/>
          <p:nvPr/>
        </p:nvSpPr>
        <p:spPr>
          <a:xfrm>
            <a:off x="548626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6"/>
          <p:cNvSpPr/>
          <p:nvPr/>
        </p:nvSpPr>
        <p:spPr>
          <a:xfrm>
            <a:off x="609584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6"/>
          <p:cNvSpPr/>
          <p:nvPr/>
        </p:nvSpPr>
        <p:spPr>
          <a:xfrm>
            <a:off x="670543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"/>
          <p:cNvSpPr/>
          <p:nvPr/>
        </p:nvSpPr>
        <p:spPr>
          <a:xfrm>
            <a:off x="731501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"/>
          <p:cNvSpPr/>
          <p:nvPr/>
        </p:nvSpPr>
        <p:spPr>
          <a:xfrm>
            <a:off x="792460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"/>
          <p:cNvSpPr/>
          <p:nvPr/>
        </p:nvSpPr>
        <p:spPr>
          <a:xfrm>
            <a:off x="853418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"/>
          <p:cNvSpPr/>
          <p:nvPr/>
        </p:nvSpPr>
        <p:spPr>
          <a:xfrm>
            <a:off x="914377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"/>
          <p:cNvSpPr/>
          <p:nvPr/>
        </p:nvSpPr>
        <p:spPr>
          <a:xfrm>
            <a:off x="975335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"/>
          <p:cNvSpPr/>
          <p:nvPr/>
        </p:nvSpPr>
        <p:spPr>
          <a:xfrm>
            <a:off x="1036294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"/>
          <p:cNvSpPr/>
          <p:nvPr/>
        </p:nvSpPr>
        <p:spPr>
          <a:xfrm>
            <a:off x="1097252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6"/>
          <p:cNvSpPr/>
          <p:nvPr/>
        </p:nvSpPr>
        <p:spPr>
          <a:xfrm>
            <a:off x="1158211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6"/>
          <p:cNvSpPr/>
          <p:nvPr/>
        </p:nvSpPr>
        <p:spPr>
          <a:xfrm>
            <a:off x="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6"/>
          <p:cNvSpPr/>
          <p:nvPr/>
        </p:nvSpPr>
        <p:spPr>
          <a:xfrm>
            <a:off x="609585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6"/>
          <p:cNvSpPr/>
          <p:nvPr/>
        </p:nvSpPr>
        <p:spPr>
          <a:xfrm>
            <a:off x="121917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6"/>
          <p:cNvSpPr/>
          <p:nvPr/>
        </p:nvSpPr>
        <p:spPr>
          <a:xfrm>
            <a:off x="182875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6"/>
          <p:cNvSpPr/>
          <p:nvPr/>
        </p:nvSpPr>
        <p:spPr>
          <a:xfrm>
            <a:off x="243833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6"/>
          <p:cNvSpPr/>
          <p:nvPr/>
        </p:nvSpPr>
        <p:spPr>
          <a:xfrm>
            <a:off x="304792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6"/>
          <p:cNvSpPr/>
          <p:nvPr/>
        </p:nvSpPr>
        <p:spPr>
          <a:xfrm>
            <a:off x="365750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6"/>
          <p:cNvSpPr/>
          <p:nvPr/>
        </p:nvSpPr>
        <p:spPr>
          <a:xfrm>
            <a:off x="426709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6"/>
          <p:cNvSpPr/>
          <p:nvPr/>
        </p:nvSpPr>
        <p:spPr>
          <a:xfrm>
            <a:off x="487667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6"/>
          <p:cNvSpPr/>
          <p:nvPr/>
        </p:nvSpPr>
        <p:spPr>
          <a:xfrm>
            <a:off x="548626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6"/>
          <p:cNvSpPr/>
          <p:nvPr/>
        </p:nvSpPr>
        <p:spPr>
          <a:xfrm>
            <a:off x="609584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6"/>
          <p:cNvSpPr/>
          <p:nvPr/>
        </p:nvSpPr>
        <p:spPr>
          <a:xfrm>
            <a:off x="670543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6"/>
          <p:cNvSpPr/>
          <p:nvPr/>
        </p:nvSpPr>
        <p:spPr>
          <a:xfrm>
            <a:off x="731501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6"/>
          <p:cNvSpPr/>
          <p:nvPr/>
        </p:nvSpPr>
        <p:spPr>
          <a:xfrm>
            <a:off x="792460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6"/>
          <p:cNvSpPr/>
          <p:nvPr/>
        </p:nvSpPr>
        <p:spPr>
          <a:xfrm>
            <a:off x="853418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6"/>
          <p:cNvSpPr/>
          <p:nvPr/>
        </p:nvSpPr>
        <p:spPr>
          <a:xfrm>
            <a:off x="914377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6"/>
          <p:cNvSpPr/>
          <p:nvPr/>
        </p:nvSpPr>
        <p:spPr>
          <a:xfrm>
            <a:off x="975335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6"/>
          <p:cNvSpPr/>
          <p:nvPr/>
        </p:nvSpPr>
        <p:spPr>
          <a:xfrm>
            <a:off x="1036294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6"/>
          <p:cNvSpPr/>
          <p:nvPr/>
        </p:nvSpPr>
        <p:spPr>
          <a:xfrm>
            <a:off x="1097252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6"/>
          <p:cNvSpPr/>
          <p:nvPr/>
        </p:nvSpPr>
        <p:spPr>
          <a:xfrm>
            <a:off x="1158211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6"/>
          <p:cNvSpPr/>
          <p:nvPr/>
        </p:nvSpPr>
        <p:spPr>
          <a:xfrm>
            <a:off x="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6"/>
          <p:cNvSpPr/>
          <p:nvPr/>
        </p:nvSpPr>
        <p:spPr>
          <a:xfrm>
            <a:off x="609585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6"/>
          <p:cNvSpPr/>
          <p:nvPr/>
        </p:nvSpPr>
        <p:spPr>
          <a:xfrm>
            <a:off x="121917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6"/>
          <p:cNvSpPr/>
          <p:nvPr/>
        </p:nvSpPr>
        <p:spPr>
          <a:xfrm>
            <a:off x="182875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6"/>
          <p:cNvSpPr/>
          <p:nvPr/>
        </p:nvSpPr>
        <p:spPr>
          <a:xfrm>
            <a:off x="243833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6"/>
          <p:cNvSpPr/>
          <p:nvPr/>
        </p:nvSpPr>
        <p:spPr>
          <a:xfrm>
            <a:off x="304792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6"/>
          <p:cNvSpPr/>
          <p:nvPr/>
        </p:nvSpPr>
        <p:spPr>
          <a:xfrm>
            <a:off x="365750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6"/>
          <p:cNvSpPr/>
          <p:nvPr/>
        </p:nvSpPr>
        <p:spPr>
          <a:xfrm>
            <a:off x="426709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6"/>
          <p:cNvSpPr/>
          <p:nvPr/>
        </p:nvSpPr>
        <p:spPr>
          <a:xfrm>
            <a:off x="487667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6"/>
          <p:cNvSpPr/>
          <p:nvPr/>
        </p:nvSpPr>
        <p:spPr>
          <a:xfrm>
            <a:off x="548626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6"/>
          <p:cNvSpPr/>
          <p:nvPr/>
        </p:nvSpPr>
        <p:spPr>
          <a:xfrm>
            <a:off x="609584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6"/>
          <p:cNvSpPr/>
          <p:nvPr/>
        </p:nvSpPr>
        <p:spPr>
          <a:xfrm>
            <a:off x="670543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6"/>
          <p:cNvSpPr/>
          <p:nvPr/>
        </p:nvSpPr>
        <p:spPr>
          <a:xfrm>
            <a:off x="731501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6"/>
          <p:cNvSpPr/>
          <p:nvPr/>
        </p:nvSpPr>
        <p:spPr>
          <a:xfrm>
            <a:off x="792460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6"/>
          <p:cNvSpPr/>
          <p:nvPr/>
        </p:nvSpPr>
        <p:spPr>
          <a:xfrm>
            <a:off x="853418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6"/>
          <p:cNvSpPr/>
          <p:nvPr/>
        </p:nvSpPr>
        <p:spPr>
          <a:xfrm>
            <a:off x="914377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6"/>
          <p:cNvSpPr/>
          <p:nvPr/>
        </p:nvSpPr>
        <p:spPr>
          <a:xfrm>
            <a:off x="975335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"/>
          <p:cNvSpPr/>
          <p:nvPr/>
        </p:nvSpPr>
        <p:spPr>
          <a:xfrm>
            <a:off x="1036294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"/>
          <p:cNvSpPr/>
          <p:nvPr/>
        </p:nvSpPr>
        <p:spPr>
          <a:xfrm>
            <a:off x="1097252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"/>
          <p:cNvSpPr/>
          <p:nvPr/>
        </p:nvSpPr>
        <p:spPr>
          <a:xfrm>
            <a:off x="1158211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"/>
          <p:cNvSpPr/>
          <p:nvPr/>
        </p:nvSpPr>
        <p:spPr>
          <a:xfrm>
            <a:off x="7863840" y="320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GRADE 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6"/>
          <p:cNvSpPr/>
          <p:nvPr/>
        </p:nvSpPr>
        <p:spPr>
          <a:xfrm>
            <a:off x="-548640" y="5074920"/>
            <a:ext cx="6400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4F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16304F"/>
                </a:solidFill>
                <a:latin typeface="Arial"/>
                <a:ea typeface="Arial"/>
                <a:cs typeface="Arial"/>
                <a:sym typeface="Arial"/>
              </a:rPr>
              <a:t>Grades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6"/>
          <p:cNvSpPr/>
          <p:nvPr/>
        </p:nvSpPr>
        <p:spPr>
          <a:xfrm>
            <a:off x="685800" y="68580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Adding &amp; Displaying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6"/>
          <p:cNvSpPr/>
          <p:nvPr/>
        </p:nvSpPr>
        <p:spPr>
          <a:xfrm>
            <a:off x="685800" y="1965960"/>
            <a:ext cx="5212080" cy="4160520"/>
          </a:xfrm>
          <a:prstGeom prst="roundRect">
            <a:avLst>
              <a:gd fmla="val 2198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_adduser_blue.png" id="1605" name="Google Shape;160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2240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p6"/>
          <p:cNvSpPr/>
          <p:nvPr/>
        </p:nvSpPr>
        <p:spPr>
          <a:xfrm>
            <a:off x="1554480" y="22402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onsolas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add_student()  +  loop()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6"/>
          <p:cNvSpPr/>
          <p:nvPr/>
        </p:nvSpPr>
        <p:spPr>
          <a:xfrm>
            <a:off x="1005840" y="3008376"/>
            <a:ext cx="91440" cy="91440"/>
          </a:xfrm>
          <a:prstGeom prst="ellipse">
            <a:avLst/>
          </a:prstGeom>
          <a:solidFill>
            <a:srgbClr val="2E9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6"/>
          <p:cNvSpPr/>
          <p:nvPr/>
        </p:nvSpPr>
        <p:spPr>
          <a:xfrm>
            <a:off x="1252728" y="292608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Asks for ID and name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6"/>
          <p:cNvSpPr/>
          <p:nvPr/>
        </p:nvSpPr>
        <p:spPr>
          <a:xfrm>
            <a:off x="1005840" y="3575304"/>
            <a:ext cx="91440" cy="91440"/>
          </a:xfrm>
          <a:prstGeom prst="ellipse">
            <a:avLst/>
          </a:prstGeom>
          <a:solidFill>
            <a:srgbClr val="2E9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6"/>
          <p:cNvSpPr/>
          <p:nvPr/>
        </p:nvSpPr>
        <p:spPr>
          <a:xfrm>
            <a:off x="1252728" y="3493008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Collects 4 grades via get_valid_grade()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6"/>
          <p:cNvSpPr/>
          <p:nvPr/>
        </p:nvSpPr>
        <p:spPr>
          <a:xfrm>
            <a:off x="1005840" y="4142232"/>
            <a:ext cx="91440" cy="91440"/>
          </a:xfrm>
          <a:prstGeom prst="ellipse">
            <a:avLst/>
          </a:prstGeom>
          <a:solidFill>
            <a:srgbClr val="2E9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6"/>
          <p:cNvSpPr/>
          <p:nvPr/>
        </p:nvSpPr>
        <p:spPr>
          <a:xfrm>
            <a:off x="1252728" y="4059936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Computes average and letter grade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6"/>
          <p:cNvSpPr/>
          <p:nvPr/>
        </p:nvSpPr>
        <p:spPr>
          <a:xfrm>
            <a:off x="1005840" y="4709160"/>
            <a:ext cx="91440" cy="91440"/>
          </a:xfrm>
          <a:prstGeom prst="ellipse">
            <a:avLst/>
          </a:prstGeom>
          <a:solidFill>
            <a:srgbClr val="2E9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6"/>
          <p:cNvSpPr/>
          <p:nvPr/>
        </p:nvSpPr>
        <p:spPr>
          <a:xfrm>
            <a:off x="1252728" y="4626864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Appends the student dictionary to students[]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6"/>
          <p:cNvSpPr/>
          <p:nvPr/>
        </p:nvSpPr>
        <p:spPr>
          <a:xfrm>
            <a:off x="1005840" y="5276088"/>
            <a:ext cx="91440" cy="91440"/>
          </a:xfrm>
          <a:prstGeom prst="ellipse">
            <a:avLst/>
          </a:prstGeom>
          <a:solidFill>
            <a:srgbClr val="2E9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6"/>
          <p:cNvSpPr/>
          <p:nvPr/>
        </p:nvSpPr>
        <p:spPr>
          <a:xfrm>
            <a:off x="1252728" y="5193792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loop() repeats this while the answer is “yes”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6"/>
          <p:cNvSpPr/>
          <p:nvPr/>
        </p:nvSpPr>
        <p:spPr>
          <a:xfrm>
            <a:off x="6263640" y="1965960"/>
            <a:ext cx="5212080" cy="4160520"/>
          </a:xfrm>
          <a:prstGeom prst="roundRect">
            <a:avLst>
              <a:gd fmla="val 2198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_clipboard_blue.png" id="1618" name="Google Shape;161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60" y="2240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9" name="Google Shape;1619;p6"/>
          <p:cNvSpPr/>
          <p:nvPr/>
        </p:nvSpPr>
        <p:spPr>
          <a:xfrm>
            <a:off x="7132320" y="22402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onsolas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display_student()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6"/>
          <p:cNvSpPr/>
          <p:nvPr/>
        </p:nvSpPr>
        <p:spPr>
          <a:xfrm>
            <a:off x="6583680" y="288036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Loops through every student in the list and prints their ID, name, average and grade.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6"/>
          <p:cNvSpPr/>
          <p:nvPr/>
        </p:nvSpPr>
        <p:spPr>
          <a:xfrm>
            <a:off x="6583680" y="3749040"/>
            <a:ext cx="4572000" cy="365760"/>
          </a:xfrm>
          <a:prstGeom prst="rect">
            <a:avLst/>
          </a:prstGeom>
          <a:solidFill>
            <a:srgbClr val="0F27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6"/>
          <p:cNvSpPr/>
          <p:nvPr/>
        </p:nvSpPr>
        <p:spPr>
          <a:xfrm>
            <a:off x="6720840" y="374904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2D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FC2DE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6"/>
          <p:cNvSpPr/>
          <p:nvPr/>
        </p:nvSpPr>
        <p:spPr>
          <a:xfrm>
            <a:off x="8001000" y="374904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2D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FC2DE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6"/>
          <p:cNvSpPr/>
          <p:nvPr/>
        </p:nvSpPr>
        <p:spPr>
          <a:xfrm>
            <a:off x="9464040" y="374904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2D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FC2DE"/>
                </a:solidFill>
                <a:latin typeface="Calibri"/>
                <a:ea typeface="Calibri"/>
                <a:cs typeface="Calibri"/>
                <a:sym typeface="Calibri"/>
              </a:rPr>
              <a:t>AVG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6"/>
          <p:cNvSpPr/>
          <p:nvPr/>
        </p:nvSpPr>
        <p:spPr>
          <a:xfrm>
            <a:off x="10469880" y="374904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2D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FC2DE"/>
                </a:solidFill>
                <a:latin typeface="Calibri"/>
                <a:ea typeface="Calibri"/>
                <a:cs typeface="Calibri"/>
                <a:sym typeface="Calibri"/>
              </a:rPr>
              <a:t>GRADE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6" name="Google Shape;1626;p6"/>
          <p:cNvCxnSpPr/>
          <p:nvPr/>
        </p:nvCxnSpPr>
        <p:spPr>
          <a:xfrm>
            <a:off x="6583680" y="4114800"/>
            <a:ext cx="45720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7" name="Google Shape;1627;p6"/>
          <p:cNvSpPr/>
          <p:nvPr/>
        </p:nvSpPr>
        <p:spPr>
          <a:xfrm>
            <a:off x="6720840" y="41422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6"/>
          <p:cNvSpPr/>
          <p:nvPr/>
        </p:nvSpPr>
        <p:spPr>
          <a:xfrm>
            <a:off x="8001000" y="41422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Ali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6"/>
          <p:cNvSpPr/>
          <p:nvPr/>
        </p:nvSpPr>
        <p:spPr>
          <a:xfrm>
            <a:off x="9464040" y="41422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91.3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6"/>
          <p:cNvSpPr/>
          <p:nvPr/>
        </p:nvSpPr>
        <p:spPr>
          <a:xfrm>
            <a:off x="10469880" y="41422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1" name="Google Shape;1631;p6"/>
          <p:cNvCxnSpPr/>
          <p:nvPr/>
        </p:nvCxnSpPr>
        <p:spPr>
          <a:xfrm>
            <a:off x="6583680" y="4507992"/>
            <a:ext cx="45720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2" name="Google Shape;1632;p6"/>
          <p:cNvSpPr/>
          <p:nvPr/>
        </p:nvSpPr>
        <p:spPr>
          <a:xfrm>
            <a:off x="6720840" y="4535424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6"/>
          <p:cNvSpPr/>
          <p:nvPr/>
        </p:nvSpPr>
        <p:spPr>
          <a:xfrm>
            <a:off x="8001000" y="4535424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6"/>
          <p:cNvSpPr/>
          <p:nvPr/>
        </p:nvSpPr>
        <p:spPr>
          <a:xfrm>
            <a:off x="9464040" y="4535424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78.0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6"/>
          <p:cNvSpPr/>
          <p:nvPr/>
        </p:nvSpPr>
        <p:spPr>
          <a:xfrm>
            <a:off x="10469880" y="4535424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6" name="Google Shape;1636;p6"/>
          <p:cNvCxnSpPr/>
          <p:nvPr/>
        </p:nvCxnSpPr>
        <p:spPr>
          <a:xfrm>
            <a:off x="6583680" y="4901184"/>
            <a:ext cx="45720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7" name="Google Shape;1637;p6"/>
          <p:cNvSpPr/>
          <p:nvPr/>
        </p:nvSpPr>
        <p:spPr>
          <a:xfrm>
            <a:off x="6720840" y="492861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6"/>
          <p:cNvSpPr/>
          <p:nvPr/>
        </p:nvSpPr>
        <p:spPr>
          <a:xfrm>
            <a:off x="8001000" y="492861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Omar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6"/>
          <p:cNvSpPr/>
          <p:nvPr/>
        </p:nvSpPr>
        <p:spPr>
          <a:xfrm>
            <a:off x="9464040" y="492861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55.5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6"/>
          <p:cNvSpPr/>
          <p:nvPr/>
        </p:nvSpPr>
        <p:spPr>
          <a:xfrm>
            <a:off x="10469880" y="492861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6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C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CA0"/>
                </a:solidFill>
                <a:latin typeface="Calibri"/>
                <a:ea typeface="Calibri"/>
                <a:cs typeface="Calibri"/>
                <a:sym typeface="Calibri"/>
              </a:rPr>
              <a:t>06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7"/>
          <p:cNvSpPr/>
          <p:nvPr/>
        </p:nvSpPr>
        <p:spPr>
          <a:xfrm>
            <a:off x="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7"/>
          <p:cNvSpPr/>
          <p:nvPr/>
        </p:nvSpPr>
        <p:spPr>
          <a:xfrm>
            <a:off x="609585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7"/>
          <p:cNvSpPr/>
          <p:nvPr/>
        </p:nvSpPr>
        <p:spPr>
          <a:xfrm>
            <a:off x="121917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7"/>
          <p:cNvSpPr/>
          <p:nvPr/>
        </p:nvSpPr>
        <p:spPr>
          <a:xfrm>
            <a:off x="182875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7"/>
          <p:cNvSpPr/>
          <p:nvPr/>
        </p:nvSpPr>
        <p:spPr>
          <a:xfrm>
            <a:off x="243833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7"/>
          <p:cNvSpPr/>
          <p:nvPr/>
        </p:nvSpPr>
        <p:spPr>
          <a:xfrm>
            <a:off x="304792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7"/>
          <p:cNvSpPr/>
          <p:nvPr/>
        </p:nvSpPr>
        <p:spPr>
          <a:xfrm>
            <a:off x="365750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7"/>
          <p:cNvSpPr/>
          <p:nvPr/>
        </p:nvSpPr>
        <p:spPr>
          <a:xfrm>
            <a:off x="426709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7"/>
          <p:cNvSpPr/>
          <p:nvPr/>
        </p:nvSpPr>
        <p:spPr>
          <a:xfrm>
            <a:off x="487667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7"/>
          <p:cNvSpPr/>
          <p:nvPr/>
        </p:nvSpPr>
        <p:spPr>
          <a:xfrm>
            <a:off x="548626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7"/>
          <p:cNvSpPr/>
          <p:nvPr/>
        </p:nvSpPr>
        <p:spPr>
          <a:xfrm>
            <a:off x="609584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7"/>
          <p:cNvSpPr/>
          <p:nvPr/>
        </p:nvSpPr>
        <p:spPr>
          <a:xfrm>
            <a:off x="670543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7"/>
          <p:cNvSpPr/>
          <p:nvPr/>
        </p:nvSpPr>
        <p:spPr>
          <a:xfrm>
            <a:off x="731501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7"/>
          <p:cNvSpPr/>
          <p:nvPr/>
        </p:nvSpPr>
        <p:spPr>
          <a:xfrm>
            <a:off x="792460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7"/>
          <p:cNvSpPr/>
          <p:nvPr/>
        </p:nvSpPr>
        <p:spPr>
          <a:xfrm>
            <a:off x="853418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7"/>
          <p:cNvSpPr/>
          <p:nvPr/>
        </p:nvSpPr>
        <p:spPr>
          <a:xfrm>
            <a:off x="914377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7"/>
          <p:cNvSpPr/>
          <p:nvPr/>
        </p:nvSpPr>
        <p:spPr>
          <a:xfrm>
            <a:off x="975335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7"/>
          <p:cNvSpPr/>
          <p:nvPr/>
        </p:nvSpPr>
        <p:spPr>
          <a:xfrm>
            <a:off x="1036294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7"/>
          <p:cNvSpPr/>
          <p:nvPr/>
        </p:nvSpPr>
        <p:spPr>
          <a:xfrm>
            <a:off x="1097252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7"/>
          <p:cNvSpPr/>
          <p:nvPr/>
        </p:nvSpPr>
        <p:spPr>
          <a:xfrm>
            <a:off x="1158211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7"/>
          <p:cNvSpPr/>
          <p:nvPr/>
        </p:nvSpPr>
        <p:spPr>
          <a:xfrm>
            <a:off x="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7"/>
          <p:cNvSpPr/>
          <p:nvPr/>
        </p:nvSpPr>
        <p:spPr>
          <a:xfrm>
            <a:off x="609585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7"/>
          <p:cNvSpPr/>
          <p:nvPr/>
        </p:nvSpPr>
        <p:spPr>
          <a:xfrm>
            <a:off x="121917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7"/>
          <p:cNvSpPr/>
          <p:nvPr/>
        </p:nvSpPr>
        <p:spPr>
          <a:xfrm>
            <a:off x="182875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7"/>
          <p:cNvSpPr/>
          <p:nvPr/>
        </p:nvSpPr>
        <p:spPr>
          <a:xfrm>
            <a:off x="243833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7"/>
          <p:cNvSpPr/>
          <p:nvPr/>
        </p:nvSpPr>
        <p:spPr>
          <a:xfrm>
            <a:off x="304792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7"/>
          <p:cNvSpPr/>
          <p:nvPr/>
        </p:nvSpPr>
        <p:spPr>
          <a:xfrm>
            <a:off x="365750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7"/>
          <p:cNvSpPr/>
          <p:nvPr/>
        </p:nvSpPr>
        <p:spPr>
          <a:xfrm>
            <a:off x="426709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7"/>
          <p:cNvSpPr/>
          <p:nvPr/>
        </p:nvSpPr>
        <p:spPr>
          <a:xfrm>
            <a:off x="487667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7"/>
          <p:cNvSpPr/>
          <p:nvPr/>
        </p:nvSpPr>
        <p:spPr>
          <a:xfrm>
            <a:off x="548626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7"/>
          <p:cNvSpPr/>
          <p:nvPr/>
        </p:nvSpPr>
        <p:spPr>
          <a:xfrm>
            <a:off x="609584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7"/>
          <p:cNvSpPr/>
          <p:nvPr/>
        </p:nvSpPr>
        <p:spPr>
          <a:xfrm>
            <a:off x="670543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7"/>
          <p:cNvSpPr/>
          <p:nvPr/>
        </p:nvSpPr>
        <p:spPr>
          <a:xfrm>
            <a:off x="731501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7"/>
          <p:cNvSpPr/>
          <p:nvPr/>
        </p:nvSpPr>
        <p:spPr>
          <a:xfrm>
            <a:off x="792460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7"/>
          <p:cNvSpPr/>
          <p:nvPr/>
        </p:nvSpPr>
        <p:spPr>
          <a:xfrm>
            <a:off x="853418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7"/>
          <p:cNvSpPr/>
          <p:nvPr/>
        </p:nvSpPr>
        <p:spPr>
          <a:xfrm>
            <a:off x="914377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7"/>
          <p:cNvSpPr/>
          <p:nvPr/>
        </p:nvSpPr>
        <p:spPr>
          <a:xfrm>
            <a:off x="975335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7"/>
          <p:cNvSpPr/>
          <p:nvPr/>
        </p:nvSpPr>
        <p:spPr>
          <a:xfrm>
            <a:off x="1036294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7"/>
          <p:cNvSpPr/>
          <p:nvPr/>
        </p:nvSpPr>
        <p:spPr>
          <a:xfrm>
            <a:off x="1097252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7"/>
          <p:cNvSpPr/>
          <p:nvPr/>
        </p:nvSpPr>
        <p:spPr>
          <a:xfrm>
            <a:off x="1158211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7"/>
          <p:cNvSpPr/>
          <p:nvPr/>
        </p:nvSpPr>
        <p:spPr>
          <a:xfrm>
            <a:off x="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7"/>
          <p:cNvSpPr/>
          <p:nvPr/>
        </p:nvSpPr>
        <p:spPr>
          <a:xfrm>
            <a:off x="609585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7"/>
          <p:cNvSpPr/>
          <p:nvPr/>
        </p:nvSpPr>
        <p:spPr>
          <a:xfrm>
            <a:off x="121917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"/>
          <p:cNvSpPr/>
          <p:nvPr/>
        </p:nvSpPr>
        <p:spPr>
          <a:xfrm>
            <a:off x="182875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"/>
          <p:cNvSpPr/>
          <p:nvPr/>
        </p:nvSpPr>
        <p:spPr>
          <a:xfrm>
            <a:off x="243833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"/>
          <p:cNvSpPr/>
          <p:nvPr/>
        </p:nvSpPr>
        <p:spPr>
          <a:xfrm>
            <a:off x="304792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"/>
          <p:cNvSpPr/>
          <p:nvPr/>
        </p:nvSpPr>
        <p:spPr>
          <a:xfrm>
            <a:off x="365750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"/>
          <p:cNvSpPr/>
          <p:nvPr/>
        </p:nvSpPr>
        <p:spPr>
          <a:xfrm>
            <a:off x="426709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"/>
          <p:cNvSpPr/>
          <p:nvPr/>
        </p:nvSpPr>
        <p:spPr>
          <a:xfrm>
            <a:off x="487667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"/>
          <p:cNvSpPr/>
          <p:nvPr/>
        </p:nvSpPr>
        <p:spPr>
          <a:xfrm>
            <a:off x="548626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7"/>
          <p:cNvSpPr/>
          <p:nvPr/>
        </p:nvSpPr>
        <p:spPr>
          <a:xfrm>
            <a:off x="609584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7"/>
          <p:cNvSpPr/>
          <p:nvPr/>
        </p:nvSpPr>
        <p:spPr>
          <a:xfrm>
            <a:off x="670543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7"/>
          <p:cNvSpPr/>
          <p:nvPr/>
        </p:nvSpPr>
        <p:spPr>
          <a:xfrm>
            <a:off x="731501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7"/>
          <p:cNvSpPr/>
          <p:nvPr/>
        </p:nvSpPr>
        <p:spPr>
          <a:xfrm>
            <a:off x="792460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7"/>
          <p:cNvSpPr/>
          <p:nvPr/>
        </p:nvSpPr>
        <p:spPr>
          <a:xfrm>
            <a:off x="853418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7"/>
          <p:cNvSpPr/>
          <p:nvPr/>
        </p:nvSpPr>
        <p:spPr>
          <a:xfrm>
            <a:off x="914377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7"/>
          <p:cNvSpPr/>
          <p:nvPr/>
        </p:nvSpPr>
        <p:spPr>
          <a:xfrm>
            <a:off x="975335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7"/>
          <p:cNvSpPr/>
          <p:nvPr/>
        </p:nvSpPr>
        <p:spPr>
          <a:xfrm>
            <a:off x="1036294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7"/>
          <p:cNvSpPr/>
          <p:nvPr/>
        </p:nvSpPr>
        <p:spPr>
          <a:xfrm>
            <a:off x="1097252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7"/>
          <p:cNvSpPr/>
          <p:nvPr/>
        </p:nvSpPr>
        <p:spPr>
          <a:xfrm>
            <a:off x="1158211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7"/>
          <p:cNvSpPr/>
          <p:nvPr/>
        </p:nvSpPr>
        <p:spPr>
          <a:xfrm>
            <a:off x="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7"/>
          <p:cNvSpPr/>
          <p:nvPr/>
        </p:nvSpPr>
        <p:spPr>
          <a:xfrm>
            <a:off x="609585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7"/>
          <p:cNvSpPr/>
          <p:nvPr/>
        </p:nvSpPr>
        <p:spPr>
          <a:xfrm>
            <a:off x="121917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7"/>
          <p:cNvSpPr/>
          <p:nvPr/>
        </p:nvSpPr>
        <p:spPr>
          <a:xfrm>
            <a:off x="182875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7"/>
          <p:cNvSpPr/>
          <p:nvPr/>
        </p:nvSpPr>
        <p:spPr>
          <a:xfrm>
            <a:off x="243833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7"/>
          <p:cNvSpPr/>
          <p:nvPr/>
        </p:nvSpPr>
        <p:spPr>
          <a:xfrm>
            <a:off x="304792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7"/>
          <p:cNvSpPr/>
          <p:nvPr/>
        </p:nvSpPr>
        <p:spPr>
          <a:xfrm>
            <a:off x="365750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7"/>
          <p:cNvSpPr/>
          <p:nvPr/>
        </p:nvSpPr>
        <p:spPr>
          <a:xfrm>
            <a:off x="426709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7"/>
          <p:cNvSpPr/>
          <p:nvPr/>
        </p:nvSpPr>
        <p:spPr>
          <a:xfrm>
            <a:off x="487667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7"/>
          <p:cNvSpPr/>
          <p:nvPr/>
        </p:nvSpPr>
        <p:spPr>
          <a:xfrm>
            <a:off x="548626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7"/>
          <p:cNvSpPr/>
          <p:nvPr/>
        </p:nvSpPr>
        <p:spPr>
          <a:xfrm>
            <a:off x="609584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7"/>
          <p:cNvSpPr/>
          <p:nvPr/>
        </p:nvSpPr>
        <p:spPr>
          <a:xfrm>
            <a:off x="670543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7"/>
          <p:cNvSpPr/>
          <p:nvPr/>
        </p:nvSpPr>
        <p:spPr>
          <a:xfrm>
            <a:off x="731501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7"/>
          <p:cNvSpPr/>
          <p:nvPr/>
        </p:nvSpPr>
        <p:spPr>
          <a:xfrm>
            <a:off x="792460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7"/>
          <p:cNvSpPr/>
          <p:nvPr/>
        </p:nvSpPr>
        <p:spPr>
          <a:xfrm>
            <a:off x="853418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7"/>
          <p:cNvSpPr/>
          <p:nvPr/>
        </p:nvSpPr>
        <p:spPr>
          <a:xfrm>
            <a:off x="914377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7"/>
          <p:cNvSpPr/>
          <p:nvPr/>
        </p:nvSpPr>
        <p:spPr>
          <a:xfrm>
            <a:off x="975335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"/>
          <p:cNvSpPr/>
          <p:nvPr/>
        </p:nvSpPr>
        <p:spPr>
          <a:xfrm>
            <a:off x="1036294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"/>
          <p:cNvSpPr/>
          <p:nvPr/>
        </p:nvSpPr>
        <p:spPr>
          <a:xfrm>
            <a:off x="1097252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"/>
          <p:cNvSpPr/>
          <p:nvPr/>
        </p:nvSpPr>
        <p:spPr>
          <a:xfrm>
            <a:off x="1158211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"/>
          <p:cNvSpPr/>
          <p:nvPr/>
        </p:nvSpPr>
        <p:spPr>
          <a:xfrm>
            <a:off x="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"/>
          <p:cNvSpPr/>
          <p:nvPr/>
        </p:nvSpPr>
        <p:spPr>
          <a:xfrm>
            <a:off x="609585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"/>
          <p:cNvSpPr/>
          <p:nvPr/>
        </p:nvSpPr>
        <p:spPr>
          <a:xfrm>
            <a:off x="121917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"/>
          <p:cNvSpPr/>
          <p:nvPr/>
        </p:nvSpPr>
        <p:spPr>
          <a:xfrm>
            <a:off x="182875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7"/>
          <p:cNvSpPr/>
          <p:nvPr/>
        </p:nvSpPr>
        <p:spPr>
          <a:xfrm>
            <a:off x="243833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7"/>
          <p:cNvSpPr/>
          <p:nvPr/>
        </p:nvSpPr>
        <p:spPr>
          <a:xfrm>
            <a:off x="304792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7"/>
          <p:cNvSpPr/>
          <p:nvPr/>
        </p:nvSpPr>
        <p:spPr>
          <a:xfrm>
            <a:off x="365750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7"/>
          <p:cNvSpPr/>
          <p:nvPr/>
        </p:nvSpPr>
        <p:spPr>
          <a:xfrm>
            <a:off x="426709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7"/>
          <p:cNvSpPr/>
          <p:nvPr/>
        </p:nvSpPr>
        <p:spPr>
          <a:xfrm>
            <a:off x="487667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7"/>
          <p:cNvSpPr/>
          <p:nvPr/>
        </p:nvSpPr>
        <p:spPr>
          <a:xfrm>
            <a:off x="548626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7"/>
          <p:cNvSpPr/>
          <p:nvPr/>
        </p:nvSpPr>
        <p:spPr>
          <a:xfrm>
            <a:off x="609584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7"/>
          <p:cNvSpPr/>
          <p:nvPr/>
        </p:nvSpPr>
        <p:spPr>
          <a:xfrm>
            <a:off x="670543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7"/>
          <p:cNvSpPr/>
          <p:nvPr/>
        </p:nvSpPr>
        <p:spPr>
          <a:xfrm>
            <a:off x="731501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7"/>
          <p:cNvSpPr/>
          <p:nvPr/>
        </p:nvSpPr>
        <p:spPr>
          <a:xfrm>
            <a:off x="792460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7"/>
          <p:cNvSpPr/>
          <p:nvPr/>
        </p:nvSpPr>
        <p:spPr>
          <a:xfrm>
            <a:off x="853418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7"/>
          <p:cNvSpPr/>
          <p:nvPr/>
        </p:nvSpPr>
        <p:spPr>
          <a:xfrm>
            <a:off x="914377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7"/>
          <p:cNvSpPr/>
          <p:nvPr/>
        </p:nvSpPr>
        <p:spPr>
          <a:xfrm>
            <a:off x="975335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7"/>
          <p:cNvSpPr/>
          <p:nvPr/>
        </p:nvSpPr>
        <p:spPr>
          <a:xfrm>
            <a:off x="1036294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7"/>
          <p:cNvSpPr/>
          <p:nvPr/>
        </p:nvSpPr>
        <p:spPr>
          <a:xfrm>
            <a:off x="1097252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7"/>
          <p:cNvSpPr/>
          <p:nvPr/>
        </p:nvSpPr>
        <p:spPr>
          <a:xfrm>
            <a:off x="1158211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7"/>
          <p:cNvSpPr/>
          <p:nvPr/>
        </p:nvSpPr>
        <p:spPr>
          <a:xfrm>
            <a:off x="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7"/>
          <p:cNvSpPr/>
          <p:nvPr/>
        </p:nvSpPr>
        <p:spPr>
          <a:xfrm>
            <a:off x="609585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7"/>
          <p:cNvSpPr/>
          <p:nvPr/>
        </p:nvSpPr>
        <p:spPr>
          <a:xfrm>
            <a:off x="121917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7"/>
          <p:cNvSpPr/>
          <p:nvPr/>
        </p:nvSpPr>
        <p:spPr>
          <a:xfrm>
            <a:off x="182875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7"/>
          <p:cNvSpPr/>
          <p:nvPr/>
        </p:nvSpPr>
        <p:spPr>
          <a:xfrm>
            <a:off x="243833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7"/>
          <p:cNvSpPr/>
          <p:nvPr/>
        </p:nvSpPr>
        <p:spPr>
          <a:xfrm>
            <a:off x="304792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7"/>
          <p:cNvSpPr/>
          <p:nvPr/>
        </p:nvSpPr>
        <p:spPr>
          <a:xfrm>
            <a:off x="365750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7"/>
          <p:cNvSpPr/>
          <p:nvPr/>
        </p:nvSpPr>
        <p:spPr>
          <a:xfrm>
            <a:off x="426709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7"/>
          <p:cNvSpPr/>
          <p:nvPr/>
        </p:nvSpPr>
        <p:spPr>
          <a:xfrm>
            <a:off x="487667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7"/>
          <p:cNvSpPr/>
          <p:nvPr/>
        </p:nvSpPr>
        <p:spPr>
          <a:xfrm>
            <a:off x="548626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7"/>
          <p:cNvSpPr/>
          <p:nvPr/>
        </p:nvSpPr>
        <p:spPr>
          <a:xfrm>
            <a:off x="609584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"/>
          <p:cNvSpPr/>
          <p:nvPr/>
        </p:nvSpPr>
        <p:spPr>
          <a:xfrm>
            <a:off x="670543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"/>
          <p:cNvSpPr/>
          <p:nvPr/>
        </p:nvSpPr>
        <p:spPr>
          <a:xfrm>
            <a:off x="731501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"/>
          <p:cNvSpPr/>
          <p:nvPr/>
        </p:nvSpPr>
        <p:spPr>
          <a:xfrm>
            <a:off x="792460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"/>
          <p:cNvSpPr/>
          <p:nvPr/>
        </p:nvSpPr>
        <p:spPr>
          <a:xfrm>
            <a:off x="853418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"/>
          <p:cNvSpPr/>
          <p:nvPr/>
        </p:nvSpPr>
        <p:spPr>
          <a:xfrm>
            <a:off x="914377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"/>
          <p:cNvSpPr/>
          <p:nvPr/>
        </p:nvSpPr>
        <p:spPr>
          <a:xfrm>
            <a:off x="975335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"/>
          <p:cNvSpPr/>
          <p:nvPr/>
        </p:nvSpPr>
        <p:spPr>
          <a:xfrm>
            <a:off x="1036294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7"/>
          <p:cNvSpPr/>
          <p:nvPr/>
        </p:nvSpPr>
        <p:spPr>
          <a:xfrm>
            <a:off x="1097252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7"/>
          <p:cNvSpPr/>
          <p:nvPr/>
        </p:nvSpPr>
        <p:spPr>
          <a:xfrm>
            <a:off x="1158211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7"/>
          <p:cNvSpPr/>
          <p:nvPr/>
        </p:nvSpPr>
        <p:spPr>
          <a:xfrm>
            <a:off x="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7"/>
          <p:cNvSpPr/>
          <p:nvPr/>
        </p:nvSpPr>
        <p:spPr>
          <a:xfrm>
            <a:off x="609585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7"/>
          <p:cNvSpPr/>
          <p:nvPr/>
        </p:nvSpPr>
        <p:spPr>
          <a:xfrm>
            <a:off x="121917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7"/>
          <p:cNvSpPr/>
          <p:nvPr/>
        </p:nvSpPr>
        <p:spPr>
          <a:xfrm>
            <a:off x="182875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7"/>
          <p:cNvSpPr/>
          <p:nvPr/>
        </p:nvSpPr>
        <p:spPr>
          <a:xfrm>
            <a:off x="243833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7"/>
          <p:cNvSpPr/>
          <p:nvPr/>
        </p:nvSpPr>
        <p:spPr>
          <a:xfrm>
            <a:off x="304792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7"/>
          <p:cNvSpPr/>
          <p:nvPr/>
        </p:nvSpPr>
        <p:spPr>
          <a:xfrm>
            <a:off x="365750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7"/>
          <p:cNvSpPr/>
          <p:nvPr/>
        </p:nvSpPr>
        <p:spPr>
          <a:xfrm>
            <a:off x="426709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7"/>
          <p:cNvSpPr/>
          <p:nvPr/>
        </p:nvSpPr>
        <p:spPr>
          <a:xfrm>
            <a:off x="487667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7"/>
          <p:cNvSpPr/>
          <p:nvPr/>
        </p:nvSpPr>
        <p:spPr>
          <a:xfrm>
            <a:off x="548626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7"/>
          <p:cNvSpPr/>
          <p:nvPr/>
        </p:nvSpPr>
        <p:spPr>
          <a:xfrm>
            <a:off x="609584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7"/>
          <p:cNvSpPr/>
          <p:nvPr/>
        </p:nvSpPr>
        <p:spPr>
          <a:xfrm>
            <a:off x="670543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7"/>
          <p:cNvSpPr/>
          <p:nvPr/>
        </p:nvSpPr>
        <p:spPr>
          <a:xfrm>
            <a:off x="731501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7"/>
          <p:cNvSpPr/>
          <p:nvPr/>
        </p:nvSpPr>
        <p:spPr>
          <a:xfrm>
            <a:off x="792460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7"/>
          <p:cNvSpPr/>
          <p:nvPr/>
        </p:nvSpPr>
        <p:spPr>
          <a:xfrm>
            <a:off x="853418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7"/>
          <p:cNvSpPr/>
          <p:nvPr/>
        </p:nvSpPr>
        <p:spPr>
          <a:xfrm>
            <a:off x="914377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7"/>
          <p:cNvSpPr/>
          <p:nvPr/>
        </p:nvSpPr>
        <p:spPr>
          <a:xfrm>
            <a:off x="975335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7"/>
          <p:cNvSpPr/>
          <p:nvPr/>
        </p:nvSpPr>
        <p:spPr>
          <a:xfrm>
            <a:off x="1036294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7"/>
          <p:cNvSpPr/>
          <p:nvPr/>
        </p:nvSpPr>
        <p:spPr>
          <a:xfrm>
            <a:off x="1097252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7"/>
          <p:cNvSpPr/>
          <p:nvPr/>
        </p:nvSpPr>
        <p:spPr>
          <a:xfrm>
            <a:off x="1158211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7"/>
          <p:cNvSpPr/>
          <p:nvPr/>
        </p:nvSpPr>
        <p:spPr>
          <a:xfrm>
            <a:off x="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7"/>
          <p:cNvSpPr/>
          <p:nvPr/>
        </p:nvSpPr>
        <p:spPr>
          <a:xfrm>
            <a:off x="609585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7"/>
          <p:cNvSpPr/>
          <p:nvPr/>
        </p:nvSpPr>
        <p:spPr>
          <a:xfrm>
            <a:off x="121917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7"/>
          <p:cNvSpPr/>
          <p:nvPr/>
        </p:nvSpPr>
        <p:spPr>
          <a:xfrm>
            <a:off x="182875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7"/>
          <p:cNvSpPr/>
          <p:nvPr/>
        </p:nvSpPr>
        <p:spPr>
          <a:xfrm>
            <a:off x="243833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"/>
          <p:cNvSpPr/>
          <p:nvPr/>
        </p:nvSpPr>
        <p:spPr>
          <a:xfrm>
            <a:off x="304792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"/>
          <p:cNvSpPr/>
          <p:nvPr/>
        </p:nvSpPr>
        <p:spPr>
          <a:xfrm>
            <a:off x="365750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"/>
          <p:cNvSpPr/>
          <p:nvPr/>
        </p:nvSpPr>
        <p:spPr>
          <a:xfrm>
            <a:off x="426709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"/>
          <p:cNvSpPr/>
          <p:nvPr/>
        </p:nvSpPr>
        <p:spPr>
          <a:xfrm>
            <a:off x="487667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"/>
          <p:cNvSpPr/>
          <p:nvPr/>
        </p:nvSpPr>
        <p:spPr>
          <a:xfrm>
            <a:off x="548626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"/>
          <p:cNvSpPr/>
          <p:nvPr/>
        </p:nvSpPr>
        <p:spPr>
          <a:xfrm>
            <a:off x="609584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"/>
          <p:cNvSpPr/>
          <p:nvPr/>
        </p:nvSpPr>
        <p:spPr>
          <a:xfrm>
            <a:off x="670543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7"/>
          <p:cNvSpPr/>
          <p:nvPr/>
        </p:nvSpPr>
        <p:spPr>
          <a:xfrm>
            <a:off x="731501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7"/>
          <p:cNvSpPr/>
          <p:nvPr/>
        </p:nvSpPr>
        <p:spPr>
          <a:xfrm>
            <a:off x="792460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7"/>
          <p:cNvSpPr/>
          <p:nvPr/>
        </p:nvSpPr>
        <p:spPr>
          <a:xfrm>
            <a:off x="853418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7"/>
          <p:cNvSpPr/>
          <p:nvPr/>
        </p:nvSpPr>
        <p:spPr>
          <a:xfrm>
            <a:off x="914377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7"/>
          <p:cNvSpPr/>
          <p:nvPr/>
        </p:nvSpPr>
        <p:spPr>
          <a:xfrm>
            <a:off x="975335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7"/>
          <p:cNvSpPr/>
          <p:nvPr/>
        </p:nvSpPr>
        <p:spPr>
          <a:xfrm>
            <a:off x="1036294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7"/>
          <p:cNvSpPr/>
          <p:nvPr/>
        </p:nvSpPr>
        <p:spPr>
          <a:xfrm>
            <a:off x="1097252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7"/>
          <p:cNvSpPr/>
          <p:nvPr/>
        </p:nvSpPr>
        <p:spPr>
          <a:xfrm>
            <a:off x="1158211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7"/>
          <p:cNvSpPr/>
          <p:nvPr/>
        </p:nvSpPr>
        <p:spPr>
          <a:xfrm>
            <a:off x="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7"/>
          <p:cNvSpPr/>
          <p:nvPr/>
        </p:nvSpPr>
        <p:spPr>
          <a:xfrm>
            <a:off x="609585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7"/>
          <p:cNvSpPr/>
          <p:nvPr/>
        </p:nvSpPr>
        <p:spPr>
          <a:xfrm>
            <a:off x="121917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7"/>
          <p:cNvSpPr/>
          <p:nvPr/>
        </p:nvSpPr>
        <p:spPr>
          <a:xfrm>
            <a:off x="182875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7"/>
          <p:cNvSpPr/>
          <p:nvPr/>
        </p:nvSpPr>
        <p:spPr>
          <a:xfrm>
            <a:off x="243833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7"/>
          <p:cNvSpPr/>
          <p:nvPr/>
        </p:nvSpPr>
        <p:spPr>
          <a:xfrm>
            <a:off x="304792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7"/>
          <p:cNvSpPr/>
          <p:nvPr/>
        </p:nvSpPr>
        <p:spPr>
          <a:xfrm>
            <a:off x="365750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7"/>
          <p:cNvSpPr/>
          <p:nvPr/>
        </p:nvSpPr>
        <p:spPr>
          <a:xfrm>
            <a:off x="426709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7"/>
          <p:cNvSpPr/>
          <p:nvPr/>
        </p:nvSpPr>
        <p:spPr>
          <a:xfrm>
            <a:off x="487667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7"/>
          <p:cNvSpPr/>
          <p:nvPr/>
        </p:nvSpPr>
        <p:spPr>
          <a:xfrm>
            <a:off x="548626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7"/>
          <p:cNvSpPr/>
          <p:nvPr/>
        </p:nvSpPr>
        <p:spPr>
          <a:xfrm>
            <a:off x="609584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7"/>
          <p:cNvSpPr/>
          <p:nvPr/>
        </p:nvSpPr>
        <p:spPr>
          <a:xfrm>
            <a:off x="670543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7"/>
          <p:cNvSpPr/>
          <p:nvPr/>
        </p:nvSpPr>
        <p:spPr>
          <a:xfrm>
            <a:off x="731501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7"/>
          <p:cNvSpPr/>
          <p:nvPr/>
        </p:nvSpPr>
        <p:spPr>
          <a:xfrm>
            <a:off x="792460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7"/>
          <p:cNvSpPr/>
          <p:nvPr/>
        </p:nvSpPr>
        <p:spPr>
          <a:xfrm>
            <a:off x="853418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7"/>
          <p:cNvSpPr/>
          <p:nvPr/>
        </p:nvSpPr>
        <p:spPr>
          <a:xfrm>
            <a:off x="914377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7"/>
          <p:cNvSpPr/>
          <p:nvPr/>
        </p:nvSpPr>
        <p:spPr>
          <a:xfrm>
            <a:off x="975335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7"/>
          <p:cNvSpPr/>
          <p:nvPr/>
        </p:nvSpPr>
        <p:spPr>
          <a:xfrm>
            <a:off x="1036294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7"/>
          <p:cNvSpPr/>
          <p:nvPr/>
        </p:nvSpPr>
        <p:spPr>
          <a:xfrm>
            <a:off x="1097252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7"/>
          <p:cNvSpPr/>
          <p:nvPr/>
        </p:nvSpPr>
        <p:spPr>
          <a:xfrm>
            <a:off x="1158211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7"/>
          <p:cNvSpPr/>
          <p:nvPr/>
        </p:nvSpPr>
        <p:spPr>
          <a:xfrm>
            <a:off x="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7"/>
          <p:cNvSpPr/>
          <p:nvPr/>
        </p:nvSpPr>
        <p:spPr>
          <a:xfrm>
            <a:off x="609585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7"/>
          <p:cNvSpPr/>
          <p:nvPr/>
        </p:nvSpPr>
        <p:spPr>
          <a:xfrm>
            <a:off x="121917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7"/>
          <p:cNvSpPr/>
          <p:nvPr/>
        </p:nvSpPr>
        <p:spPr>
          <a:xfrm>
            <a:off x="182875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7"/>
          <p:cNvSpPr/>
          <p:nvPr/>
        </p:nvSpPr>
        <p:spPr>
          <a:xfrm>
            <a:off x="243833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7"/>
          <p:cNvSpPr/>
          <p:nvPr/>
        </p:nvSpPr>
        <p:spPr>
          <a:xfrm>
            <a:off x="304792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7"/>
          <p:cNvSpPr/>
          <p:nvPr/>
        </p:nvSpPr>
        <p:spPr>
          <a:xfrm>
            <a:off x="365750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7"/>
          <p:cNvSpPr/>
          <p:nvPr/>
        </p:nvSpPr>
        <p:spPr>
          <a:xfrm>
            <a:off x="426709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7"/>
          <p:cNvSpPr/>
          <p:nvPr/>
        </p:nvSpPr>
        <p:spPr>
          <a:xfrm>
            <a:off x="487667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7"/>
          <p:cNvSpPr/>
          <p:nvPr/>
        </p:nvSpPr>
        <p:spPr>
          <a:xfrm>
            <a:off x="548626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7"/>
          <p:cNvSpPr/>
          <p:nvPr/>
        </p:nvSpPr>
        <p:spPr>
          <a:xfrm>
            <a:off x="609584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7"/>
          <p:cNvSpPr/>
          <p:nvPr/>
        </p:nvSpPr>
        <p:spPr>
          <a:xfrm>
            <a:off x="670543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7"/>
          <p:cNvSpPr/>
          <p:nvPr/>
        </p:nvSpPr>
        <p:spPr>
          <a:xfrm>
            <a:off x="731501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7"/>
          <p:cNvSpPr/>
          <p:nvPr/>
        </p:nvSpPr>
        <p:spPr>
          <a:xfrm>
            <a:off x="792460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7"/>
          <p:cNvSpPr/>
          <p:nvPr/>
        </p:nvSpPr>
        <p:spPr>
          <a:xfrm>
            <a:off x="853418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7"/>
          <p:cNvSpPr/>
          <p:nvPr/>
        </p:nvSpPr>
        <p:spPr>
          <a:xfrm>
            <a:off x="914377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7"/>
          <p:cNvSpPr/>
          <p:nvPr/>
        </p:nvSpPr>
        <p:spPr>
          <a:xfrm>
            <a:off x="975335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7"/>
          <p:cNvSpPr/>
          <p:nvPr/>
        </p:nvSpPr>
        <p:spPr>
          <a:xfrm>
            <a:off x="1036294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7"/>
          <p:cNvSpPr/>
          <p:nvPr/>
        </p:nvSpPr>
        <p:spPr>
          <a:xfrm>
            <a:off x="1097252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7"/>
          <p:cNvSpPr/>
          <p:nvPr/>
        </p:nvSpPr>
        <p:spPr>
          <a:xfrm>
            <a:off x="1158211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7"/>
          <p:cNvSpPr/>
          <p:nvPr/>
        </p:nvSpPr>
        <p:spPr>
          <a:xfrm>
            <a:off x="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7"/>
          <p:cNvSpPr/>
          <p:nvPr/>
        </p:nvSpPr>
        <p:spPr>
          <a:xfrm>
            <a:off x="609585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7"/>
          <p:cNvSpPr/>
          <p:nvPr/>
        </p:nvSpPr>
        <p:spPr>
          <a:xfrm>
            <a:off x="121917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7"/>
          <p:cNvSpPr/>
          <p:nvPr/>
        </p:nvSpPr>
        <p:spPr>
          <a:xfrm>
            <a:off x="182875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7"/>
          <p:cNvSpPr/>
          <p:nvPr/>
        </p:nvSpPr>
        <p:spPr>
          <a:xfrm>
            <a:off x="243833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7"/>
          <p:cNvSpPr/>
          <p:nvPr/>
        </p:nvSpPr>
        <p:spPr>
          <a:xfrm>
            <a:off x="304792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7"/>
          <p:cNvSpPr/>
          <p:nvPr/>
        </p:nvSpPr>
        <p:spPr>
          <a:xfrm>
            <a:off x="365750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7"/>
          <p:cNvSpPr/>
          <p:nvPr/>
        </p:nvSpPr>
        <p:spPr>
          <a:xfrm>
            <a:off x="426709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5" name="Google Shape;1855;p7"/>
          <p:cNvSpPr/>
          <p:nvPr/>
        </p:nvSpPr>
        <p:spPr>
          <a:xfrm>
            <a:off x="487667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7"/>
          <p:cNvSpPr/>
          <p:nvPr/>
        </p:nvSpPr>
        <p:spPr>
          <a:xfrm>
            <a:off x="548626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7"/>
          <p:cNvSpPr/>
          <p:nvPr/>
        </p:nvSpPr>
        <p:spPr>
          <a:xfrm>
            <a:off x="609584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7"/>
          <p:cNvSpPr/>
          <p:nvPr/>
        </p:nvSpPr>
        <p:spPr>
          <a:xfrm>
            <a:off x="670543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p7"/>
          <p:cNvSpPr/>
          <p:nvPr/>
        </p:nvSpPr>
        <p:spPr>
          <a:xfrm>
            <a:off x="731501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7"/>
          <p:cNvSpPr/>
          <p:nvPr/>
        </p:nvSpPr>
        <p:spPr>
          <a:xfrm>
            <a:off x="792460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7"/>
          <p:cNvSpPr/>
          <p:nvPr/>
        </p:nvSpPr>
        <p:spPr>
          <a:xfrm>
            <a:off x="853418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7"/>
          <p:cNvSpPr/>
          <p:nvPr/>
        </p:nvSpPr>
        <p:spPr>
          <a:xfrm>
            <a:off x="914377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7"/>
          <p:cNvSpPr/>
          <p:nvPr/>
        </p:nvSpPr>
        <p:spPr>
          <a:xfrm>
            <a:off x="975335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7"/>
          <p:cNvSpPr/>
          <p:nvPr/>
        </p:nvSpPr>
        <p:spPr>
          <a:xfrm>
            <a:off x="1036294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7"/>
          <p:cNvSpPr/>
          <p:nvPr/>
        </p:nvSpPr>
        <p:spPr>
          <a:xfrm>
            <a:off x="1097252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7"/>
          <p:cNvSpPr/>
          <p:nvPr/>
        </p:nvSpPr>
        <p:spPr>
          <a:xfrm>
            <a:off x="1158211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7"/>
          <p:cNvSpPr/>
          <p:nvPr/>
        </p:nvSpPr>
        <p:spPr>
          <a:xfrm>
            <a:off x="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7"/>
          <p:cNvSpPr/>
          <p:nvPr/>
        </p:nvSpPr>
        <p:spPr>
          <a:xfrm>
            <a:off x="609585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7"/>
          <p:cNvSpPr/>
          <p:nvPr/>
        </p:nvSpPr>
        <p:spPr>
          <a:xfrm>
            <a:off x="121917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7"/>
          <p:cNvSpPr/>
          <p:nvPr/>
        </p:nvSpPr>
        <p:spPr>
          <a:xfrm>
            <a:off x="182875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7"/>
          <p:cNvSpPr/>
          <p:nvPr/>
        </p:nvSpPr>
        <p:spPr>
          <a:xfrm>
            <a:off x="243833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7"/>
          <p:cNvSpPr/>
          <p:nvPr/>
        </p:nvSpPr>
        <p:spPr>
          <a:xfrm>
            <a:off x="304792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7"/>
          <p:cNvSpPr/>
          <p:nvPr/>
        </p:nvSpPr>
        <p:spPr>
          <a:xfrm>
            <a:off x="365750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7"/>
          <p:cNvSpPr/>
          <p:nvPr/>
        </p:nvSpPr>
        <p:spPr>
          <a:xfrm>
            <a:off x="426709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7"/>
          <p:cNvSpPr/>
          <p:nvPr/>
        </p:nvSpPr>
        <p:spPr>
          <a:xfrm>
            <a:off x="487667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7"/>
          <p:cNvSpPr/>
          <p:nvPr/>
        </p:nvSpPr>
        <p:spPr>
          <a:xfrm>
            <a:off x="548626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7"/>
          <p:cNvSpPr/>
          <p:nvPr/>
        </p:nvSpPr>
        <p:spPr>
          <a:xfrm>
            <a:off x="609584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7"/>
          <p:cNvSpPr/>
          <p:nvPr/>
        </p:nvSpPr>
        <p:spPr>
          <a:xfrm>
            <a:off x="670543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7"/>
          <p:cNvSpPr/>
          <p:nvPr/>
        </p:nvSpPr>
        <p:spPr>
          <a:xfrm>
            <a:off x="731501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7"/>
          <p:cNvSpPr/>
          <p:nvPr/>
        </p:nvSpPr>
        <p:spPr>
          <a:xfrm>
            <a:off x="792460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7"/>
          <p:cNvSpPr/>
          <p:nvPr/>
        </p:nvSpPr>
        <p:spPr>
          <a:xfrm>
            <a:off x="853418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7"/>
          <p:cNvSpPr/>
          <p:nvPr/>
        </p:nvSpPr>
        <p:spPr>
          <a:xfrm>
            <a:off x="914377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7"/>
          <p:cNvSpPr/>
          <p:nvPr/>
        </p:nvSpPr>
        <p:spPr>
          <a:xfrm>
            <a:off x="975335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7"/>
          <p:cNvSpPr/>
          <p:nvPr/>
        </p:nvSpPr>
        <p:spPr>
          <a:xfrm>
            <a:off x="1036294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7"/>
          <p:cNvSpPr/>
          <p:nvPr/>
        </p:nvSpPr>
        <p:spPr>
          <a:xfrm>
            <a:off x="1097252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7"/>
          <p:cNvSpPr/>
          <p:nvPr/>
        </p:nvSpPr>
        <p:spPr>
          <a:xfrm>
            <a:off x="1158211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7"/>
          <p:cNvSpPr/>
          <p:nvPr/>
        </p:nvSpPr>
        <p:spPr>
          <a:xfrm>
            <a:off x="7863840" y="320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GRADE 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7"/>
          <p:cNvSpPr/>
          <p:nvPr/>
        </p:nvSpPr>
        <p:spPr>
          <a:xfrm>
            <a:off x="-548640" y="5074920"/>
            <a:ext cx="6400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4F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16304F"/>
                </a:solidFill>
                <a:latin typeface="Arial"/>
                <a:ea typeface="Arial"/>
                <a:cs typeface="Arial"/>
                <a:sym typeface="Arial"/>
              </a:rPr>
              <a:t>Grades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7"/>
          <p:cNvSpPr/>
          <p:nvPr/>
        </p:nvSpPr>
        <p:spPr>
          <a:xfrm>
            <a:off x="685800" y="6858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Search &amp; Update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7"/>
          <p:cNvSpPr/>
          <p:nvPr/>
        </p:nvSpPr>
        <p:spPr>
          <a:xfrm>
            <a:off x="685800" y="1691640"/>
            <a:ext cx="10835640" cy="1783080"/>
          </a:xfrm>
          <a:prstGeom prst="roundRect">
            <a:avLst>
              <a:gd fmla="val 5128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7"/>
          <p:cNvSpPr/>
          <p:nvPr/>
        </p:nvSpPr>
        <p:spPr>
          <a:xfrm>
            <a:off x="822960" y="1581912"/>
            <a:ext cx="19202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B63"/>
              </a:buClr>
              <a:buSzPts val="8400"/>
              <a:buFont typeface="Calibri"/>
              <a:buNone/>
            </a:pPr>
            <a:r>
              <a:rPr b="1" i="0" lang="en-US" sz="8400" u="none" cap="none" strike="noStrike">
                <a:solidFill>
                  <a:srgbClr val="1B3B6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_search_blue.png" id="1892" name="Google Shape;18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1760" y="20116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7"/>
          <p:cNvSpPr/>
          <p:nvPr/>
        </p:nvSpPr>
        <p:spPr>
          <a:xfrm>
            <a:off x="3474720" y="1892808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2E90FA"/>
                </a:solidFill>
                <a:latin typeface="Consolas"/>
                <a:ea typeface="Consolas"/>
                <a:cs typeface="Consolas"/>
                <a:sym typeface="Consolas"/>
              </a:rPr>
              <a:t>find_student()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7"/>
          <p:cNvSpPr/>
          <p:nvPr/>
        </p:nvSpPr>
        <p:spPr>
          <a:xfrm>
            <a:off x="3474720" y="2468880"/>
            <a:ext cx="7680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Asks to search by id or name, then scans the whole list for a match and prints the full student dictionary. Prints “Student not found” if nothing matches, and repeats until the user answers “no”.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7"/>
          <p:cNvSpPr/>
          <p:nvPr/>
        </p:nvSpPr>
        <p:spPr>
          <a:xfrm>
            <a:off x="685800" y="3703320"/>
            <a:ext cx="10835640" cy="1783080"/>
          </a:xfrm>
          <a:prstGeom prst="roundRect">
            <a:avLst>
              <a:gd fmla="val 5128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7"/>
          <p:cNvSpPr/>
          <p:nvPr/>
        </p:nvSpPr>
        <p:spPr>
          <a:xfrm>
            <a:off x="822960" y="3593592"/>
            <a:ext cx="19202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B63"/>
              </a:buClr>
              <a:buSzPts val="8400"/>
              <a:buFont typeface="Calibri"/>
              <a:buNone/>
            </a:pPr>
            <a:r>
              <a:rPr b="1" i="0" lang="en-US" sz="8400" u="none" cap="none" strike="noStrike">
                <a:solidFill>
                  <a:srgbClr val="1B3B6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_sync_blue.png" id="1897" name="Google Shape;18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1760" y="40233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898" name="Google Shape;1898;p7"/>
          <p:cNvSpPr/>
          <p:nvPr/>
        </p:nvSpPr>
        <p:spPr>
          <a:xfrm>
            <a:off x="3474720" y="3904488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2E90FA"/>
                </a:solidFill>
                <a:latin typeface="Consolas"/>
                <a:ea typeface="Consolas"/>
                <a:cs typeface="Consolas"/>
                <a:sym typeface="Consolas"/>
              </a:rPr>
              <a:t>update_grades()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p7"/>
          <p:cNvSpPr/>
          <p:nvPr/>
        </p:nvSpPr>
        <p:spPr>
          <a:xfrm>
            <a:off x="3474720" y="4480560"/>
            <a:ext cx="7680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Asks for an ID, then re-collects all four grades with get_valid_grade() and recalculates the average and letter grade for that student.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7"/>
          <p:cNvSpPr/>
          <p:nvPr/>
        </p:nvSpPr>
        <p:spPr>
          <a:xfrm>
            <a:off x="685800" y="5715000"/>
            <a:ext cx="10835640" cy="685800"/>
          </a:xfrm>
          <a:prstGeom prst="roundRect">
            <a:avLst>
              <a:gd fmla="val 10667" name="adj"/>
            </a:avLst>
          </a:prstGeom>
          <a:solidFill>
            <a:srgbClr val="0A1830"/>
          </a:solidFill>
          <a:ln cap="flat" cmpd="sng" w="12700">
            <a:solidFill>
              <a:srgbClr val="244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7"/>
          <p:cNvSpPr/>
          <p:nvPr/>
        </p:nvSpPr>
        <p:spPr>
          <a:xfrm>
            <a:off x="914400" y="5715000"/>
            <a:ext cx="10378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2DE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AFC2DE"/>
                </a:solidFill>
                <a:latin typeface="Calibri"/>
                <a:ea typeface="Calibri"/>
                <a:cs typeface="Calibri"/>
                <a:sym typeface="Calibri"/>
              </a:rPr>
              <a:t>Both functions loop over the students list with a plain for-loop and compare against each dictionary's "id" or "name" key.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7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C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CA0"/>
                </a:solidFill>
                <a:latin typeface="Calibri"/>
                <a:ea typeface="Calibri"/>
                <a:cs typeface="Calibri"/>
                <a:sym typeface="Calibri"/>
              </a:rPr>
              <a:t>07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8"/>
          <p:cNvSpPr/>
          <p:nvPr/>
        </p:nvSpPr>
        <p:spPr>
          <a:xfrm>
            <a:off x="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8"/>
          <p:cNvSpPr/>
          <p:nvPr/>
        </p:nvSpPr>
        <p:spPr>
          <a:xfrm>
            <a:off x="609585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8"/>
          <p:cNvSpPr/>
          <p:nvPr/>
        </p:nvSpPr>
        <p:spPr>
          <a:xfrm>
            <a:off x="121917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8"/>
          <p:cNvSpPr/>
          <p:nvPr/>
        </p:nvSpPr>
        <p:spPr>
          <a:xfrm>
            <a:off x="182875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8"/>
          <p:cNvSpPr/>
          <p:nvPr/>
        </p:nvSpPr>
        <p:spPr>
          <a:xfrm>
            <a:off x="243833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8"/>
          <p:cNvSpPr/>
          <p:nvPr/>
        </p:nvSpPr>
        <p:spPr>
          <a:xfrm>
            <a:off x="304792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8"/>
          <p:cNvSpPr/>
          <p:nvPr/>
        </p:nvSpPr>
        <p:spPr>
          <a:xfrm>
            <a:off x="365750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8"/>
          <p:cNvSpPr/>
          <p:nvPr/>
        </p:nvSpPr>
        <p:spPr>
          <a:xfrm>
            <a:off x="426709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8"/>
          <p:cNvSpPr/>
          <p:nvPr/>
        </p:nvSpPr>
        <p:spPr>
          <a:xfrm>
            <a:off x="487667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8"/>
          <p:cNvSpPr/>
          <p:nvPr/>
        </p:nvSpPr>
        <p:spPr>
          <a:xfrm>
            <a:off x="548626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8"/>
          <p:cNvSpPr/>
          <p:nvPr/>
        </p:nvSpPr>
        <p:spPr>
          <a:xfrm>
            <a:off x="609584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8"/>
          <p:cNvSpPr/>
          <p:nvPr/>
        </p:nvSpPr>
        <p:spPr>
          <a:xfrm>
            <a:off x="670543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8"/>
          <p:cNvSpPr/>
          <p:nvPr/>
        </p:nvSpPr>
        <p:spPr>
          <a:xfrm>
            <a:off x="731501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8"/>
          <p:cNvSpPr/>
          <p:nvPr/>
        </p:nvSpPr>
        <p:spPr>
          <a:xfrm>
            <a:off x="792460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8"/>
          <p:cNvSpPr/>
          <p:nvPr/>
        </p:nvSpPr>
        <p:spPr>
          <a:xfrm>
            <a:off x="853418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8"/>
          <p:cNvSpPr/>
          <p:nvPr/>
        </p:nvSpPr>
        <p:spPr>
          <a:xfrm>
            <a:off x="914377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8"/>
          <p:cNvSpPr/>
          <p:nvPr/>
        </p:nvSpPr>
        <p:spPr>
          <a:xfrm>
            <a:off x="975335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8"/>
          <p:cNvSpPr/>
          <p:nvPr/>
        </p:nvSpPr>
        <p:spPr>
          <a:xfrm>
            <a:off x="1036294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8"/>
          <p:cNvSpPr/>
          <p:nvPr/>
        </p:nvSpPr>
        <p:spPr>
          <a:xfrm>
            <a:off x="1097252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8"/>
          <p:cNvSpPr/>
          <p:nvPr/>
        </p:nvSpPr>
        <p:spPr>
          <a:xfrm>
            <a:off x="1158211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8"/>
          <p:cNvSpPr/>
          <p:nvPr/>
        </p:nvSpPr>
        <p:spPr>
          <a:xfrm>
            <a:off x="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8"/>
          <p:cNvSpPr/>
          <p:nvPr/>
        </p:nvSpPr>
        <p:spPr>
          <a:xfrm>
            <a:off x="609585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8"/>
          <p:cNvSpPr/>
          <p:nvPr/>
        </p:nvSpPr>
        <p:spPr>
          <a:xfrm>
            <a:off x="121917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8"/>
          <p:cNvSpPr/>
          <p:nvPr/>
        </p:nvSpPr>
        <p:spPr>
          <a:xfrm>
            <a:off x="182875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8"/>
          <p:cNvSpPr/>
          <p:nvPr/>
        </p:nvSpPr>
        <p:spPr>
          <a:xfrm>
            <a:off x="243833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8"/>
          <p:cNvSpPr/>
          <p:nvPr/>
        </p:nvSpPr>
        <p:spPr>
          <a:xfrm>
            <a:off x="304792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8"/>
          <p:cNvSpPr/>
          <p:nvPr/>
        </p:nvSpPr>
        <p:spPr>
          <a:xfrm>
            <a:off x="365750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8"/>
          <p:cNvSpPr/>
          <p:nvPr/>
        </p:nvSpPr>
        <p:spPr>
          <a:xfrm>
            <a:off x="426709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8"/>
          <p:cNvSpPr/>
          <p:nvPr/>
        </p:nvSpPr>
        <p:spPr>
          <a:xfrm>
            <a:off x="487667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7" name="Google Shape;1937;p8"/>
          <p:cNvSpPr/>
          <p:nvPr/>
        </p:nvSpPr>
        <p:spPr>
          <a:xfrm>
            <a:off x="548626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8"/>
          <p:cNvSpPr/>
          <p:nvPr/>
        </p:nvSpPr>
        <p:spPr>
          <a:xfrm>
            <a:off x="609584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8"/>
          <p:cNvSpPr/>
          <p:nvPr/>
        </p:nvSpPr>
        <p:spPr>
          <a:xfrm>
            <a:off x="670543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8"/>
          <p:cNvSpPr/>
          <p:nvPr/>
        </p:nvSpPr>
        <p:spPr>
          <a:xfrm>
            <a:off x="731501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8"/>
          <p:cNvSpPr/>
          <p:nvPr/>
        </p:nvSpPr>
        <p:spPr>
          <a:xfrm>
            <a:off x="792460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8"/>
          <p:cNvSpPr/>
          <p:nvPr/>
        </p:nvSpPr>
        <p:spPr>
          <a:xfrm>
            <a:off x="853418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8"/>
          <p:cNvSpPr/>
          <p:nvPr/>
        </p:nvSpPr>
        <p:spPr>
          <a:xfrm>
            <a:off x="914377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8"/>
          <p:cNvSpPr/>
          <p:nvPr/>
        </p:nvSpPr>
        <p:spPr>
          <a:xfrm>
            <a:off x="975335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8"/>
          <p:cNvSpPr/>
          <p:nvPr/>
        </p:nvSpPr>
        <p:spPr>
          <a:xfrm>
            <a:off x="1036294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8"/>
          <p:cNvSpPr/>
          <p:nvPr/>
        </p:nvSpPr>
        <p:spPr>
          <a:xfrm>
            <a:off x="1097252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8"/>
          <p:cNvSpPr/>
          <p:nvPr/>
        </p:nvSpPr>
        <p:spPr>
          <a:xfrm>
            <a:off x="1158211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8"/>
          <p:cNvSpPr/>
          <p:nvPr/>
        </p:nvSpPr>
        <p:spPr>
          <a:xfrm>
            <a:off x="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8"/>
          <p:cNvSpPr/>
          <p:nvPr/>
        </p:nvSpPr>
        <p:spPr>
          <a:xfrm>
            <a:off x="609585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8"/>
          <p:cNvSpPr/>
          <p:nvPr/>
        </p:nvSpPr>
        <p:spPr>
          <a:xfrm>
            <a:off x="121917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8"/>
          <p:cNvSpPr/>
          <p:nvPr/>
        </p:nvSpPr>
        <p:spPr>
          <a:xfrm>
            <a:off x="182875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8"/>
          <p:cNvSpPr/>
          <p:nvPr/>
        </p:nvSpPr>
        <p:spPr>
          <a:xfrm>
            <a:off x="243833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8"/>
          <p:cNvSpPr/>
          <p:nvPr/>
        </p:nvSpPr>
        <p:spPr>
          <a:xfrm>
            <a:off x="304792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8"/>
          <p:cNvSpPr/>
          <p:nvPr/>
        </p:nvSpPr>
        <p:spPr>
          <a:xfrm>
            <a:off x="365750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8"/>
          <p:cNvSpPr/>
          <p:nvPr/>
        </p:nvSpPr>
        <p:spPr>
          <a:xfrm>
            <a:off x="426709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8"/>
          <p:cNvSpPr/>
          <p:nvPr/>
        </p:nvSpPr>
        <p:spPr>
          <a:xfrm>
            <a:off x="487667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8"/>
          <p:cNvSpPr/>
          <p:nvPr/>
        </p:nvSpPr>
        <p:spPr>
          <a:xfrm>
            <a:off x="548626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8"/>
          <p:cNvSpPr/>
          <p:nvPr/>
        </p:nvSpPr>
        <p:spPr>
          <a:xfrm>
            <a:off x="609584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8"/>
          <p:cNvSpPr/>
          <p:nvPr/>
        </p:nvSpPr>
        <p:spPr>
          <a:xfrm>
            <a:off x="670543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8"/>
          <p:cNvSpPr/>
          <p:nvPr/>
        </p:nvSpPr>
        <p:spPr>
          <a:xfrm>
            <a:off x="731501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8"/>
          <p:cNvSpPr/>
          <p:nvPr/>
        </p:nvSpPr>
        <p:spPr>
          <a:xfrm>
            <a:off x="792460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8"/>
          <p:cNvSpPr/>
          <p:nvPr/>
        </p:nvSpPr>
        <p:spPr>
          <a:xfrm>
            <a:off x="853418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8"/>
          <p:cNvSpPr/>
          <p:nvPr/>
        </p:nvSpPr>
        <p:spPr>
          <a:xfrm>
            <a:off x="914377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8"/>
          <p:cNvSpPr/>
          <p:nvPr/>
        </p:nvSpPr>
        <p:spPr>
          <a:xfrm>
            <a:off x="975335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8"/>
          <p:cNvSpPr/>
          <p:nvPr/>
        </p:nvSpPr>
        <p:spPr>
          <a:xfrm>
            <a:off x="1036294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8"/>
          <p:cNvSpPr/>
          <p:nvPr/>
        </p:nvSpPr>
        <p:spPr>
          <a:xfrm>
            <a:off x="1097252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8"/>
          <p:cNvSpPr/>
          <p:nvPr/>
        </p:nvSpPr>
        <p:spPr>
          <a:xfrm>
            <a:off x="1158211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8"/>
          <p:cNvSpPr/>
          <p:nvPr/>
        </p:nvSpPr>
        <p:spPr>
          <a:xfrm>
            <a:off x="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8"/>
          <p:cNvSpPr/>
          <p:nvPr/>
        </p:nvSpPr>
        <p:spPr>
          <a:xfrm>
            <a:off x="609585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8"/>
          <p:cNvSpPr/>
          <p:nvPr/>
        </p:nvSpPr>
        <p:spPr>
          <a:xfrm>
            <a:off x="121917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8"/>
          <p:cNvSpPr/>
          <p:nvPr/>
        </p:nvSpPr>
        <p:spPr>
          <a:xfrm>
            <a:off x="182875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8"/>
          <p:cNvSpPr/>
          <p:nvPr/>
        </p:nvSpPr>
        <p:spPr>
          <a:xfrm>
            <a:off x="243833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8"/>
          <p:cNvSpPr/>
          <p:nvPr/>
        </p:nvSpPr>
        <p:spPr>
          <a:xfrm>
            <a:off x="304792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8"/>
          <p:cNvSpPr/>
          <p:nvPr/>
        </p:nvSpPr>
        <p:spPr>
          <a:xfrm>
            <a:off x="365750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8"/>
          <p:cNvSpPr/>
          <p:nvPr/>
        </p:nvSpPr>
        <p:spPr>
          <a:xfrm>
            <a:off x="426709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8"/>
          <p:cNvSpPr/>
          <p:nvPr/>
        </p:nvSpPr>
        <p:spPr>
          <a:xfrm>
            <a:off x="487667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8"/>
          <p:cNvSpPr/>
          <p:nvPr/>
        </p:nvSpPr>
        <p:spPr>
          <a:xfrm>
            <a:off x="548626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8"/>
          <p:cNvSpPr/>
          <p:nvPr/>
        </p:nvSpPr>
        <p:spPr>
          <a:xfrm>
            <a:off x="609584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8"/>
          <p:cNvSpPr/>
          <p:nvPr/>
        </p:nvSpPr>
        <p:spPr>
          <a:xfrm>
            <a:off x="670543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8"/>
          <p:cNvSpPr/>
          <p:nvPr/>
        </p:nvSpPr>
        <p:spPr>
          <a:xfrm>
            <a:off x="731501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8"/>
          <p:cNvSpPr/>
          <p:nvPr/>
        </p:nvSpPr>
        <p:spPr>
          <a:xfrm>
            <a:off x="792460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8"/>
          <p:cNvSpPr/>
          <p:nvPr/>
        </p:nvSpPr>
        <p:spPr>
          <a:xfrm>
            <a:off x="853418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8"/>
          <p:cNvSpPr/>
          <p:nvPr/>
        </p:nvSpPr>
        <p:spPr>
          <a:xfrm>
            <a:off x="914377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8"/>
          <p:cNvSpPr/>
          <p:nvPr/>
        </p:nvSpPr>
        <p:spPr>
          <a:xfrm>
            <a:off x="975335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8"/>
          <p:cNvSpPr/>
          <p:nvPr/>
        </p:nvSpPr>
        <p:spPr>
          <a:xfrm>
            <a:off x="1036294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8"/>
          <p:cNvSpPr/>
          <p:nvPr/>
        </p:nvSpPr>
        <p:spPr>
          <a:xfrm>
            <a:off x="1097252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8"/>
          <p:cNvSpPr/>
          <p:nvPr/>
        </p:nvSpPr>
        <p:spPr>
          <a:xfrm>
            <a:off x="1158211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8"/>
          <p:cNvSpPr/>
          <p:nvPr/>
        </p:nvSpPr>
        <p:spPr>
          <a:xfrm>
            <a:off x="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8"/>
          <p:cNvSpPr/>
          <p:nvPr/>
        </p:nvSpPr>
        <p:spPr>
          <a:xfrm>
            <a:off x="609585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8"/>
          <p:cNvSpPr/>
          <p:nvPr/>
        </p:nvSpPr>
        <p:spPr>
          <a:xfrm>
            <a:off x="121917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8"/>
          <p:cNvSpPr/>
          <p:nvPr/>
        </p:nvSpPr>
        <p:spPr>
          <a:xfrm>
            <a:off x="182875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8"/>
          <p:cNvSpPr/>
          <p:nvPr/>
        </p:nvSpPr>
        <p:spPr>
          <a:xfrm>
            <a:off x="243833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8"/>
          <p:cNvSpPr/>
          <p:nvPr/>
        </p:nvSpPr>
        <p:spPr>
          <a:xfrm>
            <a:off x="304792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8"/>
          <p:cNvSpPr/>
          <p:nvPr/>
        </p:nvSpPr>
        <p:spPr>
          <a:xfrm>
            <a:off x="365750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8"/>
          <p:cNvSpPr/>
          <p:nvPr/>
        </p:nvSpPr>
        <p:spPr>
          <a:xfrm>
            <a:off x="426709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8"/>
          <p:cNvSpPr/>
          <p:nvPr/>
        </p:nvSpPr>
        <p:spPr>
          <a:xfrm>
            <a:off x="487667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8"/>
          <p:cNvSpPr/>
          <p:nvPr/>
        </p:nvSpPr>
        <p:spPr>
          <a:xfrm>
            <a:off x="548626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8"/>
          <p:cNvSpPr/>
          <p:nvPr/>
        </p:nvSpPr>
        <p:spPr>
          <a:xfrm>
            <a:off x="609584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8"/>
          <p:cNvSpPr/>
          <p:nvPr/>
        </p:nvSpPr>
        <p:spPr>
          <a:xfrm>
            <a:off x="670543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8"/>
          <p:cNvSpPr/>
          <p:nvPr/>
        </p:nvSpPr>
        <p:spPr>
          <a:xfrm>
            <a:off x="731501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8"/>
          <p:cNvSpPr/>
          <p:nvPr/>
        </p:nvSpPr>
        <p:spPr>
          <a:xfrm>
            <a:off x="792460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8"/>
          <p:cNvSpPr/>
          <p:nvPr/>
        </p:nvSpPr>
        <p:spPr>
          <a:xfrm>
            <a:off x="853418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8"/>
          <p:cNvSpPr/>
          <p:nvPr/>
        </p:nvSpPr>
        <p:spPr>
          <a:xfrm>
            <a:off x="914377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8"/>
          <p:cNvSpPr/>
          <p:nvPr/>
        </p:nvSpPr>
        <p:spPr>
          <a:xfrm>
            <a:off x="975335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8"/>
          <p:cNvSpPr/>
          <p:nvPr/>
        </p:nvSpPr>
        <p:spPr>
          <a:xfrm>
            <a:off x="1036294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8"/>
          <p:cNvSpPr/>
          <p:nvPr/>
        </p:nvSpPr>
        <p:spPr>
          <a:xfrm>
            <a:off x="1097252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8"/>
          <p:cNvSpPr/>
          <p:nvPr/>
        </p:nvSpPr>
        <p:spPr>
          <a:xfrm>
            <a:off x="1158211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8"/>
          <p:cNvSpPr/>
          <p:nvPr/>
        </p:nvSpPr>
        <p:spPr>
          <a:xfrm>
            <a:off x="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8"/>
          <p:cNvSpPr/>
          <p:nvPr/>
        </p:nvSpPr>
        <p:spPr>
          <a:xfrm>
            <a:off x="609585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8"/>
          <p:cNvSpPr/>
          <p:nvPr/>
        </p:nvSpPr>
        <p:spPr>
          <a:xfrm>
            <a:off x="121917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8"/>
          <p:cNvSpPr/>
          <p:nvPr/>
        </p:nvSpPr>
        <p:spPr>
          <a:xfrm>
            <a:off x="182875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8"/>
          <p:cNvSpPr/>
          <p:nvPr/>
        </p:nvSpPr>
        <p:spPr>
          <a:xfrm>
            <a:off x="243833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8"/>
          <p:cNvSpPr/>
          <p:nvPr/>
        </p:nvSpPr>
        <p:spPr>
          <a:xfrm>
            <a:off x="304792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8"/>
          <p:cNvSpPr/>
          <p:nvPr/>
        </p:nvSpPr>
        <p:spPr>
          <a:xfrm>
            <a:off x="365750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8"/>
          <p:cNvSpPr/>
          <p:nvPr/>
        </p:nvSpPr>
        <p:spPr>
          <a:xfrm>
            <a:off x="426709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8"/>
          <p:cNvSpPr/>
          <p:nvPr/>
        </p:nvSpPr>
        <p:spPr>
          <a:xfrm>
            <a:off x="487667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8"/>
          <p:cNvSpPr/>
          <p:nvPr/>
        </p:nvSpPr>
        <p:spPr>
          <a:xfrm>
            <a:off x="548626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8"/>
          <p:cNvSpPr/>
          <p:nvPr/>
        </p:nvSpPr>
        <p:spPr>
          <a:xfrm>
            <a:off x="609584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8"/>
          <p:cNvSpPr/>
          <p:nvPr/>
        </p:nvSpPr>
        <p:spPr>
          <a:xfrm>
            <a:off x="670543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8"/>
          <p:cNvSpPr/>
          <p:nvPr/>
        </p:nvSpPr>
        <p:spPr>
          <a:xfrm>
            <a:off x="731501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8"/>
          <p:cNvSpPr/>
          <p:nvPr/>
        </p:nvSpPr>
        <p:spPr>
          <a:xfrm>
            <a:off x="792460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8"/>
          <p:cNvSpPr/>
          <p:nvPr/>
        </p:nvSpPr>
        <p:spPr>
          <a:xfrm>
            <a:off x="853418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8"/>
          <p:cNvSpPr/>
          <p:nvPr/>
        </p:nvSpPr>
        <p:spPr>
          <a:xfrm>
            <a:off x="914377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8"/>
          <p:cNvSpPr/>
          <p:nvPr/>
        </p:nvSpPr>
        <p:spPr>
          <a:xfrm>
            <a:off x="975335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8"/>
          <p:cNvSpPr/>
          <p:nvPr/>
        </p:nvSpPr>
        <p:spPr>
          <a:xfrm>
            <a:off x="1036294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8"/>
          <p:cNvSpPr/>
          <p:nvPr/>
        </p:nvSpPr>
        <p:spPr>
          <a:xfrm>
            <a:off x="1097252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8"/>
          <p:cNvSpPr/>
          <p:nvPr/>
        </p:nvSpPr>
        <p:spPr>
          <a:xfrm>
            <a:off x="1158211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8"/>
          <p:cNvSpPr/>
          <p:nvPr/>
        </p:nvSpPr>
        <p:spPr>
          <a:xfrm>
            <a:off x="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8"/>
          <p:cNvSpPr/>
          <p:nvPr/>
        </p:nvSpPr>
        <p:spPr>
          <a:xfrm>
            <a:off x="609585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8"/>
          <p:cNvSpPr/>
          <p:nvPr/>
        </p:nvSpPr>
        <p:spPr>
          <a:xfrm>
            <a:off x="121917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8"/>
          <p:cNvSpPr/>
          <p:nvPr/>
        </p:nvSpPr>
        <p:spPr>
          <a:xfrm>
            <a:off x="182875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8"/>
          <p:cNvSpPr/>
          <p:nvPr/>
        </p:nvSpPr>
        <p:spPr>
          <a:xfrm>
            <a:off x="243833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8"/>
          <p:cNvSpPr/>
          <p:nvPr/>
        </p:nvSpPr>
        <p:spPr>
          <a:xfrm>
            <a:off x="304792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8"/>
          <p:cNvSpPr/>
          <p:nvPr/>
        </p:nvSpPr>
        <p:spPr>
          <a:xfrm>
            <a:off x="365750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8"/>
          <p:cNvSpPr/>
          <p:nvPr/>
        </p:nvSpPr>
        <p:spPr>
          <a:xfrm>
            <a:off x="426709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8"/>
          <p:cNvSpPr/>
          <p:nvPr/>
        </p:nvSpPr>
        <p:spPr>
          <a:xfrm>
            <a:off x="487667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8"/>
          <p:cNvSpPr/>
          <p:nvPr/>
        </p:nvSpPr>
        <p:spPr>
          <a:xfrm>
            <a:off x="548626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8"/>
          <p:cNvSpPr/>
          <p:nvPr/>
        </p:nvSpPr>
        <p:spPr>
          <a:xfrm>
            <a:off x="609584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8"/>
          <p:cNvSpPr/>
          <p:nvPr/>
        </p:nvSpPr>
        <p:spPr>
          <a:xfrm>
            <a:off x="670543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p8"/>
          <p:cNvSpPr/>
          <p:nvPr/>
        </p:nvSpPr>
        <p:spPr>
          <a:xfrm>
            <a:off x="731501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8"/>
          <p:cNvSpPr/>
          <p:nvPr/>
        </p:nvSpPr>
        <p:spPr>
          <a:xfrm>
            <a:off x="792460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8"/>
          <p:cNvSpPr/>
          <p:nvPr/>
        </p:nvSpPr>
        <p:spPr>
          <a:xfrm>
            <a:off x="853418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8"/>
          <p:cNvSpPr/>
          <p:nvPr/>
        </p:nvSpPr>
        <p:spPr>
          <a:xfrm>
            <a:off x="914377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8"/>
          <p:cNvSpPr/>
          <p:nvPr/>
        </p:nvSpPr>
        <p:spPr>
          <a:xfrm>
            <a:off x="975335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8"/>
          <p:cNvSpPr/>
          <p:nvPr/>
        </p:nvSpPr>
        <p:spPr>
          <a:xfrm>
            <a:off x="1036294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8"/>
          <p:cNvSpPr/>
          <p:nvPr/>
        </p:nvSpPr>
        <p:spPr>
          <a:xfrm>
            <a:off x="1097252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8"/>
          <p:cNvSpPr/>
          <p:nvPr/>
        </p:nvSpPr>
        <p:spPr>
          <a:xfrm>
            <a:off x="1158211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8"/>
          <p:cNvSpPr/>
          <p:nvPr/>
        </p:nvSpPr>
        <p:spPr>
          <a:xfrm>
            <a:off x="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8"/>
          <p:cNvSpPr/>
          <p:nvPr/>
        </p:nvSpPr>
        <p:spPr>
          <a:xfrm>
            <a:off x="609585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8"/>
          <p:cNvSpPr/>
          <p:nvPr/>
        </p:nvSpPr>
        <p:spPr>
          <a:xfrm>
            <a:off x="121917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8"/>
          <p:cNvSpPr/>
          <p:nvPr/>
        </p:nvSpPr>
        <p:spPr>
          <a:xfrm>
            <a:off x="182875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8"/>
          <p:cNvSpPr/>
          <p:nvPr/>
        </p:nvSpPr>
        <p:spPr>
          <a:xfrm>
            <a:off x="243833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3" name="Google Shape;2053;p8"/>
          <p:cNvSpPr/>
          <p:nvPr/>
        </p:nvSpPr>
        <p:spPr>
          <a:xfrm>
            <a:off x="304792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8"/>
          <p:cNvSpPr/>
          <p:nvPr/>
        </p:nvSpPr>
        <p:spPr>
          <a:xfrm>
            <a:off x="365750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8"/>
          <p:cNvSpPr/>
          <p:nvPr/>
        </p:nvSpPr>
        <p:spPr>
          <a:xfrm>
            <a:off x="426709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8"/>
          <p:cNvSpPr/>
          <p:nvPr/>
        </p:nvSpPr>
        <p:spPr>
          <a:xfrm>
            <a:off x="487667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7" name="Google Shape;2057;p8"/>
          <p:cNvSpPr/>
          <p:nvPr/>
        </p:nvSpPr>
        <p:spPr>
          <a:xfrm>
            <a:off x="548626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8" name="Google Shape;2058;p8"/>
          <p:cNvSpPr/>
          <p:nvPr/>
        </p:nvSpPr>
        <p:spPr>
          <a:xfrm>
            <a:off x="609584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8"/>
          <p:cNvSpPr/>
          <p:nvPr/>
        </p:nvSpPr>
        <p:spPr>
          <a:xfrm>
            <a:off x="670543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8"/>
          <p:cNvSpPr/>
          <p:nvPr/>
        </p:nvSpPr>
        <p:spPr>
          <a:xfrm>
            <a:off x="731501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8"/>
          <p:cNvSpPr/>
          <p:nvPr/>
        </p:nvSpPr>
        <p:spPr>
          <a:xfrm>
            <a:off x="792460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8"/>
          <p:cNvSpPr/>
          <p:nvPr/>
        </p:nvSpPr>
        <p:spPr>
          <a:xfrm>
            <a:off x="853418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8"/>
          <p:cNvSpPr/>
          <p:nvPr/>
        </p:nvSpPr>
        <p:spPr>
          <a:xfrm>
            <a:off x="914377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8"/>
          <p:cNvSpPr/>
          <p:nvPr/>
        </p:nvSpPr>
        <p:spPr>
          <a:xfrm>
            <a:off x="975335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8"/>
          <p:cNvSpPr/>
          <p:nvPr/>
        </p:nvSpPr>
        <p:spPr>
          <a:xfrm>
            <a:off x="1036294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8"/>
          <p:cNvSpPr/>
          <p:nvPr/>
        </p:nvSpPr>
        <p:spPr>
          <a:xfrm>
            <a:off x="1097252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p8"/>
          <p:cNvSpPr/>
          <p:nvPr/>
        </p:nvSpPr>
        <p:spPr>
          <a:xfrm>
            <a:off x="1158211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8"/>
          <p:cNvSpPr/>
          <p:nvPr/>
        </p:nvSpPr>
        <p:spPr>
          <a:xfrm>
            <a:off x="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p8"/>
          <p:cNvSpPr/>
          <p:nvPr/>
        </p:nvSpPr>
        <p:spPr>
          <a:xfrm>
            <a:off x="609585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0" name="Google Shape;2070;p8"/>
          <p:cNvSpPr/>
          <p:nvPr/>
        </p:nvSpPr>
        <p:spPr>
          <a:xfrm>
            <a:off x="121917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8"/>
          <p:cNvSpPr/>
          <p:nvPr/>
        </p:nvSpPr>
        <p:spPr>
          <a:xfrm>
            <a:off x="182875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8"/>
          <p:cNvSpPr/>
          <p:nvPr/>
        </p:nvSpPr>
        <p:spPr>
          <a:xfrm>
            <a:off x="243833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8"/>
          <p:cNvSpPr/>
          <p:nvPr/>
        </p:nvSpPr>
        <p:spPr>
          <a:xfrm>
            <a:off x="304792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8"/>
          <p:cNvSpPr/>
          <p:nvPr/>
        </p:nvSpPr>
        <p:spPr>
          <a:xfrm>
            <a:off x="365750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p8"/>
          <p:cNvSpPr/>
          <p:nvPr/>
        </p:nvSpPr>
        <p:spPr>
          <a:xfrm>
            <a:off x="426709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8"/>
          <p:cNvSpPr/>
          <p:nvPr/>
        </p:nvSpPr>
        <p:spPr>
          <a:xfrm>
            <a:off x="487667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8"/>
          <p:cNvSpPr/>
          <p:nvPr/>
        </p:nvSpPr>
        <p:spPr>
          <a:xfrm>
            <a:off x="548626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8"/>
          <p:cNvSpPr/>
          <p:nvPr/>
        </p:nvSpPr>
        <p:spPr>
          <a:xfrm>
            <a:off x="609584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8"/>
          <p:cNvSpPr/>
          <p:nvPr/>
        </p:nvSpPr>
        <p:spPr>
          <a:xfrm>
            <a:off x="670543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8"/>
          <p:cNvSpPr/>
          <p:nvPr/>
        </p:nvSpPr>
        <p:spPr>
          <a:xfrm>
            <a:off x="731501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8"/>
          <p:cNvSpPr/>
          <p:nvPr/>
        </p:nvSpPr>
        <p:spPr>
          <a:xfrm>
            <a:off x="792460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8"/>
          <p:cNvSpPr/>
          <p:nvPr/>
        </p:nvSpPr>
        <p:spPr>
          <a:xfrm>
            <a:off x="853418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8"/>
          <p:cNvSpPr/>
          <p:nvPr/>
        </p:nvSpPr>
        <p:spPr>
          <a:xfrm>
            <a:off x="914377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8"/>
          <p:cNvSpPr/>
          <p:nvPr/>
        </p:nvSpPr>
        <p:spPr>
          <a:xfrm>
            <a:off x="975335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8"/>
          <p:cNvSpPr/>
          <p:nvPr/>
        </p:nvSpPr>
        <p:spPr>
          <a:xfrm>
            <a:off x="1036294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8"/>
          <p:cNvSpPr/>
          <p:nvPr/>
        </p:nvSpPr>
        <p:spPr>
          <a:xfrm>
            <a:off x="1097252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8"/>
          <p:cNvSpPr/>
          <p:nvPr/>
        </p:nvSpPr>
        <p:spPr>
          <a:xfrm>
            <a:off x="1158211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8"/>
          <p:cNvSpPr/>
          <p:nvPr/>
        </p:nvSpPr>
        <p:spPr>
          <a:xfrm>
            <a:off x="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8"/>
          <p:cNvSpPr/>
          <p:nvPr/>
        </p:nvSpPr>
        <p:spPr>
          <a:xfrm>
            <a:off x="609585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8"/>
          <p:cNvSpPr/>
          <p:nvPr/>
        </p:nvSpPr>
        <p:spPr>
          <a:xfrm>
            <a:off x="121917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p8"/>
          <p:cNvSpPr/>
          <p:nvPr/>
        </p:nvSpPr>
        <p:spPr>
          <a:xfrm>
            <a:off x="182875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8"/>
          <p:cNvSpPr/>
          <p:nvPr/>
        </p:nvSpPr>
        <p:spPr>
          <a:xfrm>
            <a:off x="243833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8"/>
          <p:cNvSpPr/>
          <p:nvPr/>
        </p:nvSpPr>
        <p:spPr>
          <a:xfrm>
            <a:off x="304792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8"/>
          <p:cNvSpPr/>
          <p:nvPr/>
        </p:nvSpPr>
        <p:spPr>
          <a:xfrm>
            <a:off x="365750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5" name="Google Shape;2095;p8"/>
          <p:cNvSpPr/>
          <p:nvPr/>
        </p:nvSpPr>
        <p:spPr>
          <a:xfrm>
            <a:off x="426709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6" name="Google Shape;2096;p8"/>
          <p:cNvSpPr/>
          <p:nvPr/>
        </p:nvSpPr>
        <p:spPr>
          <a:xfrm>
            <a:off x="487667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8"/>
          <p:cNvSpPr/>
          <p:nvPr/>
        </p:nvSpPr>
        <p:spPr>
          <a:xfrm>
            <a:off x="548626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8"/>
          <p:cNvSpPr/>
          <p:nvPr/>
        </p:nvSpPr>
        <p:spPr>
          <a:xfrm>
            <a:off x="609584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9" name="Google Shape;2099;p8"/>
          <p:cNvSpPr/>
          <p:nvPr/>
        </p:nvSpPr>
        <p:spPr>
          <a:xfrm>
            <a:off x="670543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8"/>
          <p:cNvSpPr/>
          <p:nvPr/>
        </p:nvSpPr>
        <p:spPr>
          <a:xfrm>
            <a:off x="731501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8"/>
          <p:cNvSpPr/>
          <p:nvPr/>
        </p:nvSpPr>
        <p:spPr>
          <a:xfrm>
            <a:off x="792460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8"/>
          <p:cNvSpPr/>
          <p:nvPr/>
        </p:nvSpPr>
        <p:spPr>
          <a:xfrm>
            <a:off x="853418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8"/>
          <p:cNvSpPr/>
          <p:nvPr/>
        </p:nvSpPr>
        <p:spPr>
          <a:xfrm>
            <a:off x="914377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8"/>
          <p:cNvSpPr/>
          <p:nvPr/>
        </p:nvSpPr>
        <p:spPr>
          <a:xfrm>
            <a:off x="975335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8"/>
          <p:cNvSpPr/>
          <p:nvPr/>
        </p:nvSpPr>
        <p:spPr>
          <a:xfrm>
            <a:off x="1036294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8"/>
          <p:cNvSpPr/>
          <p:nvPr/>
        </p:nvSpPr>
        <p:spPr>
          <a:xfrm>
            <a:off x="1097252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8"/>
          <p:cNvSpPr/>
          <p:nvPr/>
        </p:nvSpPr>
        <p:spPr>
          <a:xfrm>
            <a:off x="1158211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8"/>
          <p:cNvSpPr/>
          <p:nvPr/>
        </p:nvSpPr>
        <p:spPr>
          <a:xfrm>
            <a:off x="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8"/>
          <p:cNvSpPr/>
          <p:nvPr/>
        </p:nvSpPr>
        <p:spPr>
          <a:xfrm>
            <a:off x="609585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8"/>
          <p:cNvSpPr/>
          <p:nvPr/>
        </p:nvSpPr>
        <p:spPr>
          <a:xfrm>
            <a:off x="121917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8"/>
          <p:cNvSpPr/>
          <p:nvPr/>
        </p:nvSpPr>
        <p:spPr>
          <a:xfrm>
            <a:off x="182875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8"/>
          <p:cNvSpPr/>
          <p:nvPr/>
        </p:nvSpPr>
        <p:spPr>
          <a:xfrm>
            <a:off x="243833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8"/>
          <p:cNvSpPr/>
          <p:nvPr/>
        </p:nvSpPr>
        <p:spPr>
          <a:xfrm>
            <a:off x="304792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8"/>
          <p:cNvSpPr/>
          <p:nvPr/>
        </p:nvSpPr>
        <p:spPr>
          <a:xfrm>
            <a:off x="365750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8"/>
          <p:cNvSpPr/>
          <p:nvPr/>
        </p:nvSpPr>
        <p:spPr>
          <a:xfrm>
            <a:off x="426709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8"/>
          <p:cNvSpPr/>
          <p:nvPr/>
        </p:nvSpPr>
        <p:spPr>
          <a:xfrm>
            <a:off x="487667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8"/>
          <p:cNvSpPr/>
          <p:nvPr/>
        </p:nvSpPr>
        <p:spPr>
          <a:xfrm>
            <a:off x="548626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8"/>
          <p:cNvSpPr/>
          <p:nvPr/>
        </p:nvSpPr>
        <p:spPr>
          <a:xfrm>
            <a:off x="609584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8"/>
          <p:cNvSpPr/>
          <p:nvPr/>
        </p:nvSpPr>
        <p:spPr>
          <a:xfrm>
            <a:off x="670543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8"/>
          <p:cNvSpPr/>
          <p:nvPr/>
        </p:nvSpPr>
        <p:spPr>
          <a:xfrm>
            <a:off x="731501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8"/>
          <p:cNvSpPr/>
          <p:nvPr/>
        </p:nvSpPr>
        <p:spPr>
          <a:xfrm>
            <a:off x="792460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8"/>
          <p:cNvSpPr/>
          <p:nvPr/>
        </p:nvSpPr>
        <p:spPr>
          <a:xfrm>
            <a:off x="853418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8"/>
          <p:cNvSpPr/>
          <p:nvPr/>
        </p:nvSpPr>
        <p:spPr>
          <a:xfrm>
            <a:off x="914377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p8"/>
          <p:cNvSpPr/>
          <p:nvPr/>
        </p:nvSpPr>
        <p:spPr>
          <a:xfrm>
            <a:off x="975335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8"/>
          <p:cNvSpPr/>
          <p:nvPr/>
        </p:nvSpPr>
        <p:spPr>
          <a:xfrm>
            <a:off x="1036294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8"/>
          <p:cNvSpPr/>
          <p:nvPr/>
        </p:nvSpPr>
        <p:spPr>
          <a:xfrm>
            <a:off x="1097252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8"/>
          <p:cNvSpPr/>
          <p:nvPr/>
        </p:nvSpPr>
        <p:spPr>
          <a:xfrm>
            <a:off x="1158211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8"/>
          <p:cNvSpPr/>
          <p:nvPr/>
        </p:nvSpPr>
        <p:spPr>
          <a:xfrm>
            <a:off x="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8"/>
          <p:cNvSpPr/>
          <p:nvPr/>
        </p:nvSpPr>
        <p:spPr>
          <a:xfrm>
            <a:off x="609585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8"/>
          <p:cNvSpPr/>
          <p:nvPr/>
        </p:nvSpPr>
        <p:spPr>
          <a:xfrm>
            <a:off x="121917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8"/>
          <p:cNvSpPr/>
          <p:nvPr/>
        </p:nvSpPr>
        <p:spPr>
          <a:xfrm>
            <a:off x="182875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8"/>
          <p:cNvSpPr/>
          <p:nvPr/>
        </p:nvSpPr>
        <p:spPr>
          <a:xfrm>
            <a:off x="243833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8"/>
          <p:cNvSpPr/>
          <p:nvPr/>
        </p:nvSpPr>
        <p:spPr>
          <a:xfrm>
            <a:off x="304792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8"/>
          <p:cNvSpPr/>
          <p:nvPr/>
        </p:nvSpPr>
        <p:spPr>
          <a:xfrm>
            <a:off x="365750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8"/>
          <p:cNvSpPr/>
          <p:nvPr/>
        </p:nvSpPr>
        <p:spPr>
          <a:xfrm>
            <a:off x="426709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8"/>
          <p:cNvSpPr/>
          <p:nvPr/>
        </p:nvSpPr>
        <p:spPr>
          <a:xfrm>
            <a:off x="487667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8"/>
          <p:cNvSpPr/>
          <p:nvPr/>
        </p:nvSpPr>
        <p:spPr>
          <a:xfrm>
            <a:off x="548626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8"/>
          <p:cNvSpPr/>
          <p:nvPr/>
        </p:nvSpPr>
        <p:spPr>
          <a:xfrm>
            <a:off x="609584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9" name="Google Shape;2139;p8"/>
          <p:cNvSpPr/>
          <p:nvPr/>
        </p:nvSpPr>
        <p:spPr>
          <a:xfrm>
            <a:off x="670543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8"/>
          <p:cNvSpPr/>
          <p:nvPr/>
        </p:nvSpPr>
        <p:spPr>
          <a:xfrm>
            <a:off x="731501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1" name="Google Shape;2141;p8"/>
          <p:cNvSpPr/>
          <p:nvPr/>
        </p:nvSpPr>
        <p:spPr>
          <a:xfrm>
            <a:off x="792460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8"/>
          <p:cNvSpPr/>
          <p:nvPr/>
        </p:nvSpPr>
        <p:spPr>
          <a:xfrm>
            <a:off x="853418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3" name="Google Shape;2143;p8"/>
          <p:cNvSpPr/>
          <p:nvPr/>
        </p:nvSpPr>
        <p:spPr>
          <a:xfrm>
            <a:off x="914377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8"/>
          <p:cNvSpPr/>
          <p:nvPr/>
        </p:nvSpPr>
        <p:spPr>
          <a:xfrm>
            <a:off x="975335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8"/>
          <p:cNvSpPr/>
          <p:nvPr/>
        </p:nvSpPr>
        <p:spPr>
          <a:xfrm>
            <a:off x="1036294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8"/>
          <p:cNvSpPr/>
          <p:nvPr/>
        </p:nvSpPr>
        <p:spPr>
          <a:xfrm>
            <a:off x="1097252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8"/>
          <p:cNvSpPr/>
          <p:nvPr/>
        </p:nvSpPr>
        <p:spPr>
          <a:xfrm>
            <a:off x="1158211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8"/>
          <p:cNvSpPr/>
          <p:nvPr/>
        </p:nvSpPr>
        <p:spPr>
          <a:xfrm>
            <a:off x="7863840" y="320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GRADE 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8"/>
          <p:cNvSpPr/>
          <p:nvPr/>
        </p:nvSpPr>
        <p:spPr>
          <a:xfrm>
            <a:off x="-548640" y="5074920"/>
            <a:ext cx="6400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4F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16304F"/>
                </a:solidFill>
                <a:latin typeface="Arial"/>
                <a:ea typeface="Arial"/>
                <a:cs typeface="Arial"/>
                <a:sym typeface="Arial"/>
              </a:rPr>
              <a:t>Grades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0" name="Google Shape;2150;p8"/>
          <p:cNvSpPr/>
          <p:nvPr/>
        </p:nvSpPr>
        <p:spPr>
          <a:xfrm>
            <a:off x="6126480" y="777240"/>
            <a:ext cx="5394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Class Statistics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&amp; Sorting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1" name="Google Shape;2151;p8"/>
          <p:cNvSpPr/>
          <p:nvPr/>
        </p:nvSpPr>
        <p:spPr>
          <a:xfrm>
            <a:off x="685800" y="1554480"/>
            <a:ext cx="233172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8"/>
          <p:cNvSpPr/>
          <p:nvPr/>
        </p:nvSpPr>
        <p:spPr>
          <a:xfrm>
            <a:off x="685800" y="1554480"/>
            <a:ext cx="2331720" cy="146304"/>
          </a:xfrm>
          <a:prstGeom prst="rect">
            <a:avLst/>
          </a:prstGeom>
          <a:solidFill>
            <a:srgbClr val="2E9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8"/>
          <p:cNvSpPr/>
          <p:nvPr/>
        </p:nvSpPr>
        <p:spPr>
          <a:xfrm>
            <a:off x="868680" y="184708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A6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A63"/>
                </a:solidFill>
                <a:latin typeface="Calibri"/>
                <a:ea typeface="Calibri"/>
                <a:cs typeface="Calibri"/>
                <a:sym typeface="Calibri"/>
              </a:rPr>
              <a:t>CLASS AVG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4" name="Google Shape;2154;p8"/>
          <p:cNvSpPr/>
          <p:nvPr/>
        </p:nvSpPr>
        <p:spPr>
          <a:xfrm>
            <a:off x="868680" y="214884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0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203A"/>
                </a:solidFill>
                <a:latin typeface="Calibri"/>
                <a:ea typeface="Calibri"/>
                <a:cs typeface="Calibri"/>
                <a:sym typeface="Calibri"/>
              </a:rPr>
              <a:t>81.6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8"/>
          <p:cNvSpPr/>
          <p:nvPr/>
        </p:nvSpPr>
        <p:spPr>
          <a:xfrm>
            <a:off x="3200400" y="1554480"/>
            <a:ext cx="233172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8"/>
          <p:cNvSpPr/>
          <p:nvPr/>
        </p:nvSpPr>
        <p:spPr>
          <a:xfrm>
            <a:off x="3200400" y="1554480"/>
            <a:ext cx="2331720" cy="1463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8"/>
          <p:cNvSpPr/>
          <p:nvPr/>
        </p:nvSpPr>
        <p:spPr>
          <a:xfrm>
            <a:off x="3383280" y="184708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A6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A63"/>
                </a:solidFill>
                <a:latin typeface="Calibri"/>
                <a:ea typeface="Calibri"/>
                <a:cs typeface="Calibri"/>
                <a:sym typeface="Calibri"/>
              </a:rPr>
              <a:t>HIGHEST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8"/>
          <p:cNvSpPr/>
          <p:nvPr/>
        </p:nvSpPr>
        <p:spPr>
          <a:xfrm>
            <a:off x="3383280" y="214884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0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203A"/>
                </a:solidFill>
                <a:latin typeface="Calibri"/>
                <a:ea typeface="Calibri"/>
                <a:cs typeface="Calibri"/>
                <a:sym typeface="Calibri"/>
              </a:rPr>
              <a:t>96.0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8"/>
          <p:cNvSpPr/>
          <p:nvPr/>
        </p:nvSpPr>
        <p:spPr>
          <a:xfrm>
            <a:off x="685800" y="3291840"/>
            <a:ext cx="233172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8"/>
          <p:cNvSpPr/>
          <p:nvPr/>
        </p:nvSpPr>
        <p:spPr>
          <a:xfrm>
            <a:off x="685800" y="3291840"/>
            <a:ext cx="2331720" cy="14630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8"/>
          <p:cNvSpPr/>
          <p:nvPr/>
        </p:nvSpPr>
        <p:spPr>
          <a:xfrm>
            <a:off x="868680" y="358444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A6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A63"/>
                </a:solidFill>
                <a:latin typeface="Calibri"/>
                <a:ea typeface="Calibri"/>
                <a:cs typeface="Calibri"/>
                <a:sym typeface="Calibri"/>
              </a:rPr>
              <a:t>LOWEST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8"/>
          <p:cNvSpPr/>
          <p:nvPr/>
        </p:nvSpPr>
        <p:spPr>
          <a:xfrm>
            <a:off x="868680" y="388620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0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203A"/>
                </a:solidFill>
                <a:latin typeface="Calibri"/>
                <a:ea typeface="Calibri"/>
                <a:cs typeface="Calibri"/>
                <a:sym typeface="Calibri"/>
              </a:rPr>
              <a:t>55.5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3" name="Google Shape;2163;p8"/>
          <p:cNvSpPr/>
          <p:nvPr/>
        </p:nvSpPr>
        <p:spPr>
          <a:xfrm>
            <a:off x="3200400" y="3291840"/>
            <a:ext cx="233172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8"/>
          <p:cNvSpPr/>
          <p:nvPr/>
        </p:nvSpPr>
        <p:spPr>
          <a:xfrm>
            <a:off x="3200400" y="3291840"/>
            <a:ext cx="2331720" cy="14630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8"/>
          <p:cNvSpPr/>
          <p:nvPr/>
        </p:nvSpPr>
        <p:spPr>
          <a:xfrm>
            <a:off x="3383280" y="358444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A6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4A63"/>
                </a:solidFill>
                <a:latin typeface="Calibri"/>
                <a:ea typeface="Calibri"/>
                <a:cs typeface="Calibri"/>
                <a:sym typeface="Calibri"/>
              </a:rPr>
              <a:t>PASSING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6" name="Google Shape;2166;p8"/>
          <p:cNvSpPr/>
          <p:nvPr/>
        </p:nvSpPr>
        <p:spPr>
          <a:xfrm>
            <a:off x="3383280" y="388620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0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0203A"/>
                </a:solidFill>
                <a:latin typeface="Calibri"/>
                <a:ea typeface="Calibri"/>
                <a:cs typeface="Calibri"/>
                <a:sym typeface="Calibri"/>
              </a:rPr>
              <a:t>4 / 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8"/>
          <p:cNvSpPr/>
          <p:nvPr/>
        </p:nvSpPr>
        <p:spPr>
          <a:xfrm>
            <a:off x="685800" y="512064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2E90FA"/>
                </a:solidFill>
                <a:latin typeface="Consolas"/>
                <a:ea typeface="Consolas"/>
                <a:cs typeface="Consolas"/>
                <a:sym typeface="Consolas"/>
              </a:rPr>
              <a:t>class_statistics()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8" name="Google Shape;2168;p8"/>
          <p:cNvSpPr/>
          <p:nvPr/>
        </p:nvSpPr>
        <p:spPr>
          <a:xfrm>
            <a:off x="685800" y="553212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Totals every average, finds the highest and lowest student, and counts students whose grade isn't “F”.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8"/>
          <p:cNvSpPr/>
          <p:nvPr/>
        </p:nvSpPr>
        <p:spPr>
          <a:xfrm>
            <a:off x="6126480" y="2788920"/>
            <a:ext cx="5394960" cy="3108960"/>
          </a:xfrm>
          <a:prstGeom prst="roundRect">
            <a:avLst>
              <a:gd fmla="val 2941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_sort_blue.png" id="2170" name="Google Shape;21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30632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1" name="Google Shape;2171;p8"/>
          <p:cNvSpPr/>
          <p:nvPr/>
        </p:nvSpPr>
        <p:spPr>
          <a:xfrm>
            <a:off x="7040880" y="306324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sort_students()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2" name="Google Shape;2172;p8"/>
          <p:cNvSpPr/>
          <p:nvPr/>
        </p:nvSpPr>
        <p:spPr>
          <a:xfrm>
            <a:off x="6446520" y="374904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bubble sort ranks a copy of the list by average, highest first, swapping neighbors until nothing is out of order.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8"/>
          <p:cNvSpPr/>
          <p:nvPr/>
        </p:nvSpPr>
        <p:spPr>
          <a:xfrm>
            <a:off x="6446520" y="457200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2D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FC2DE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8"/>
          <p:cNvSpPr/>
          <p:nvPr/>
        </p:nvSpPr>
        <p:spPr>
          <a:xfrm>
            <a:off x="6949440" y="45720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8"/>
          <p:cNvSpPr/>
          <p:nvPr/>
        </p:nvSpPr>
        <p:spPr>
          <a:xfrm>
            <a:off x="10058400" y="45720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2E90FA"/>
                </a:solidFill>
                <a:latin typeface="Consolas"/>
                <a:ea typeface="Consolas"/>
                <a:cs typeface="Consolas"/>
                <a:sym typeface="Consolas"/>
              </a:rPr>
              <a:t>96.0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8"/>
          <p:cNvSpPr/>
          <p:nvPr/>
        </p:nvSpPr>
        <p:spPr>
          <a:xfrm>
            <a:off x="6446520" y="49560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2D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FC2DE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8"/>
          <p:cNvSpPr/>
          <p:nvPr/>
        </p:nvSpPr>
        <p:spPr>
          <a:xfrm>
            <a:off x="6949440" y="495604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8" name="Google Shape;2178;p8"/>
          <p:cNvSpPr/>
          <p:nvPr/>
        </p:nvSpPr>
        <p:spPr>
          <a:xfrm>
            <a:off x="10058400" y="4956048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2E90FA"/>
                </a:solidFill>
                <a:latin typeface="Consolas"/>
                <a:ea typeface="Consolas"/>
                <a:cs typeface="Consolas"/>
                <a:sym typeface="Consolas"/>
              </a:rPr>
              <a:t>78.0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8"/>
          <p:cNvSpPr/>
          <p:nvPr/>
        </p:nvSpPr>
        <p:spPr>
          <a:xfrm>
            <a:off x="6446520" y="534009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2D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FC2DE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0" name="Google Shape;2180;p8"/>
          <p:cNvSpPr/>
          <p:nvPr/>
        </p:nvSpPr>
        <p:spPr>
          <a:xfrm>
            <a:off x="6949440" y="534009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Omar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1" name="Google Shape;2181;p8"/>
          <p:cNvSpPr/>
          <p:nvPr/>
        </p:nvSpPr>
        <p:spPr>
          <a:xfrm>
            <a:off x="10058400" y="5340096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2E90FA"/>
                </a:solidFill>
                <a:latin typeface="Consolas"/>
                <a:ea typeface="Consolas"/>
                <a:cs typeface="Consolas"/>
                <a:sym typeface="Consolas"/>
              </a:rPr>
              <a:t>55.5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2" name="Google Shape;2182;p8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C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CA0"/>
                </a:solidFill>
                <a:latin typeface="Calibri"/>
                <a:ea typeface="Calibri"/>
                <a:cs typeface="Calibri"/>
                <a:sym typeface="Calibri"/>
              </a:rPr>
              <a:t>08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p9"/>
          <p:cNvSpPr/>
          <p:nvPr/>
        </p:nvSpPr>
        <p:spPr>
          <a:xfrm>
            <a:off x="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9"/>
          <p:cNvSpPr/>
          <p:nvPr/>
        </p:nvSpPr>
        <p:spPr>
          <a:xfrm>
            <a:off x="609585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p9"/>
          <p:cNvSpPr/>
          <p:nvPr/>
        </p:nvSpPr>
        <p:spPr>
          <a:xfrm>
            <a:off x="121917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1" name="Google Shape;2191;p9"/>
          <p:cNvSpPr/>
          <p:nvPr/>
        </p:nvSpPr>
        <p:spPr>
          <a:xfrm>
            <a:off x="182875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9"/>
          <p:cNvSpPr/>
          <p:nvPr/>
        </p:nvSpPr>
        <p:spPr>
          <a:xfrm>
            <a:off x="243833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9"/>
          <p:cNvSpPr/>
          <p:nvPr/>
        </p:nvSpPr>
        <p:spPr>
          <a:xfrm>
            <a:off x="304792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p9"/>
          <p:cNvSpPr/>
          <p:nvPr/>
        </p:nvSpPr>
        <p:spPr>
          <a:xfrm>
            <a:off x="365750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5" name="Google Shape;2195;p9"/>
          <p:cNvSpPr/>
          <p:nvPr/>
        </p:nvSpPr>
        <p:spPr>
          <a:xfrm>
            <a:off x="426709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9"/>
          <p:cNvSpPr/>
          <p:nvPr/>
        </p:nvSpPr>
        <p:spPr>
          <a:xfrm>
            <a:off x="487667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p9"/>
          <p:cNvSpPr/>
          <p:nvPr/>
        </p:nvSpPr>
        <p:spPr>
          <a:xfrm>
            <a:off x="548626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8" name="Google Shape;2198;p9"/>
          <p:cNvSpPr/>
          <p:nvPr/>
        </p:nvSpPr>
        <p:spPr>
          <a:xfrm>
            <a:off x="609584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9"/>
          <p:cNvSpPr/>
          <p:nvPr/>
        </p:nvSpPr>
        <p:spPr>
          <a:xfrm>
            <a:off x="670543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0" name="Google Shape;2200;p9"/>
          <p:cNvSpPr/>
          <p:nvPr/>
        </p:nvSpPr>
        <p:spPr>
          <a:xfrm>
            <a:off x="731501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1" name="Google Shape;2201;p9"/>
          <p:cNvSpPr/>
          <p:nvPr/>
        </p:nvSpPr>
        <p:spPr>
          <a:xfrm>
            <a:off x="792460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2" name="Google Shape;2202;p9"/>
          <p:cNvSpPr/>
          <p:nvPr/>
        </p:nvSpPr>
        <p:spPr>
          <a:xfrm>
            <a:off x="853418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3" name="Google Shape;2203;p9"/>
          <p:cNvSpPr/>
          <p:nvPr/>
        </p:nvSpPr>
        <p:spPr>
          <a:xfrm>
            <a:off x="914377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p9"/>
          <p:cNvSpPr/>
          <p:nvPr/>
        </p:nvSpPr>
        <p:spPr>
          <a:xfrm>
            <a:off x="975335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9"/>
          <p:cNvSpPr/>
          <p:nvPr/>
        </p:nvSpPr>
        <p:spPr>
          <a:xfrm>
            <a:off x="1036294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6" name="Google Shape;2206;p9"/>
          <p:cNvSpPr/>
          <p:nvPr/>
        </p:nvSpPr>
        <p:spPr>
          <a:xfrm>
            <a:off x="1097252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7" name="Google Shape;2207;p9"/>
          <p:cNvSpPr/>
          <p:nvPr/>
        </p:nvSpPr>
        <p:spPr>
          <a:xfrm>
            <a:off x="1158211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p9"/>
          <p:cNvSpPr/>
          <p:nvPr/>
        </p:nvSpPr>
        <p:spPr>
          <a:xfrm>
            <a:off x="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9" name="Google Shape;2209;p9"/>
          <p:cNvSpPr/>
          <p:nvPr/>
        </p:nvSpPr>
        <p:spPr>
          <a:xfrm>
            <a:off x="609585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9"/>
          <p:cNvSpPr/>
          <p:nvPr/>
        </p:nvSpPr>
        <p:spPr>
          <a:xfrm>
            <a:off x="121917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9"/>
          <p:cNvSpPr/>
          <p:nvPr/>
        </p:nvSpPr>
        <p:spPr>
          <a:xfrm>
            <a:off x="182875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9"/>
          <p:cNvSpPr/>
          <p:nvPr/>
        </p:nvSpPr>
        <p:spPr>
          <a:xfrm>
            <a:off x="243833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9"/>
          <p:cNvSpPr/>
          <p:nvPr/>
        </p:nvSpPr>
        <p:spPr>
          <a:xfrm>
            <a:off x="304792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p9"/>
          <p:cNvSpPr/>
          <p:nvPr/>
        </p:nvSpPr>
        <p:spPr>
          <a:xfrm>
            <a:off x="365750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9"/>
          <p:cNvSpPr/>
          <p:nvPr/>
        </p:nvSpPr>
        <p:spPr>
          <a:xfrm>
            <a:off x="426709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6" name="Google Shape;2216;p9"/>
          <p:cNvSpPr/>
          <p:nvPr/>
        </p:nvSpPr>
        <p:spPr>
          <a:xfrm>
            <a:off x="487667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9"/>
          <p:cNvSpPr/>
          <p:nvPr/>
        </p:nvSpPr>
        <p:spPr>
          <a:xfrm>
            <a:off x="548626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p9"/>
          <p:cNvSpPr/>
          <p:nvPr/>
        </p:nvSpPr>
        <p:spPr>
          <a:xfrm>
            <a:off x="609584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p9"/>
          <p:cNvSpPr/>
          <p:nvPr/>
        </p:nvSpPr>
        <p:spPr>
          <a:xfrm>
            <a:off x="670543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0" name="Google Shape;2220;p9"/>
          <p:cNvSpPr/>
          <p:nvPr/>
        </p:nvSpPr>
        <p:spPr>
          <a:xfrm>
            <a:off x="731501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9"/>
          <p:cNvSpPr/>
          <p:nvPr/>
        </p:nvSpPr>
        <p:spPr>
          <a:xfrm>
            <a:off x="792460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2" name="Google Shape;2222;p9"/>
          <p:cNvSpPr/>
          <p:nvPr/>
        </p:nvSpPr>
        <p:spPr>
          <a:xfrm>
            <a:off x="853418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3" name="Google Shape;2223;p9"/>
          <p:cNvSpPr/>
          <p:nvPr/>
        </p:nvSpPr>
        <p:spPr>
          <a:xfrm>
            <a:off x="914377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9"/>
          <p:cNvSpPr/>
          <p:nvPr/>
        </p:nvSpPr>
        <p:spPr>
          <a:xfrm>
            <a:off x="975335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5" name="Google Shape;2225;p9"/>
          <p:cNvSpPr/>
          <p:nvPr/>
        </p:nvSpPr>
        <p:spPr>
          <a:xfrm>
            <a:off x="1036294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6" name="Google Shape;2226;p9"/>
          <p:cNvSpPr/>
          <p:nvPr/>
        </p:nvSpPr>
        <p:spPr>
          <a:xfrm>
            <a:off x="1097252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7" name="Google Shape;2227;p9"/>
          <p:cNvSpPr/>
          <p:nvPr/>
        </p:nvSpPr>
        <p:spPr>
          <a:xfrm>
            <a:off x="1158211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8" name="Google Shape;2228;p9"/>
          <p:cNvSpPr/>
          <p:nvPr/>
        </p:nvSpPr>
        <p:spPr>
          <a:xfrm>
            <a:off x="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9" name="Google Shape;2229;p9"/>
          <p:cNvSpPr/>
          <p:nvPr/>
        </p:nvSpPr>
        <p:spPr>
          <a:xfrm>
            <a:off x="609585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0" name="Google Shape;2230;p9"/>
          <p:cNvSpPr/>
          <p:nvPr/>
        </p:nvSpPr>
        <p:spPr>
          <a:xfrm>
            <a:off x="121917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1" name="Google Shape;2231;p9"/>
          <p:cNvSpPr/>
          <p:nvPr/>
        </p:nvSpPr>
        <p:spPr>
          <a:xfrm>
            <a:off x="182875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9"/>
          <p:cNvSpPr/>
          <p:nvPr/>
        </p:nvSpPr>
        <p:spPr>
          <a:xfrm>
            <a:off x="243833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3" name="Google Shape;2233;p9"/>
          <p:cNvSpPr/>
          <p:nvPr/>
        </p:nvSpPr>
        <p:spPr>
          <a:xfrm>
            <a:off x="304792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4" name="Google Shape;2234;p9"/>
          <p:cNvSpPr/>
          <p:nvPr/>
        </p:nvSpPr>
        <p:spPr>
          <a:xfrm>
            <a:off x="365750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9"/>
          <p:cNvSpPr/>
          <p:nvPr/>
        </p:nvSpPr>
        <p:spPr>
          <a:xfrm>
            <a:off x="426709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6" name="Google Shape;2236;p9"/>
          <p:cNvSpPr/>
          <p:nvPr/>
        </p:nvSpPr>
        <p:spPr>
          <a:xfrm>
            <a:off x="487667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9"/>
          <p:cNvSpPr/>
          <p:nvPr/>
        </p:nvSpPr>
        <p:spPr>
          <a:xfrm>
            <a:off x="548626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9"/>
          <p:cNvSpPr/>
          <p:nvPr/>
        </p:nvSpPr>
        <p:spPr>
          <a:xfrm>
            <a:off x="609584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9" name="Google Shape;2239;p9"/>
          <p:cNvSpPr/>
          <p:nvPr/>
        </p:nvSpPr>
        <p:spPr>
          <a:xfrm>
            <a:off x="670543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0" name="Google Shape;2240;p9"/>
          <p:cNvSpPr/>
          <p:nvPr/>
        </p:nvSpPr>
        <p:spPr>
          <a:xfrm>
            <a:off x="731501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9"/>
          <p:cNvSpPr/>
          <p:nvPr/>
        </p:nvSpPr>
        <p:spPr>
          <a:xfrm>
            <a:off x="792460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2" name="Google Shape;2242;p9"/>
          <p:cNvSpPr/>
          <p:nvPr/>
        </p:nvSpPr>
        <p:spPr>
          <a:xfrm>
            <a:off x="853418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p9"/>
          <p:cNvSpPr/>
          <p:nvPr/>
        </p:nvSpPr>
        <p:spPr>
          <a:xfrm>
            <a:off x="914377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p9"/>
          <p:cNvSpPr/>
          <p:nvPr/>
        </p:nvSpPr>
        <p:spPr>
          <a:xfrm>
            <a:off x="975335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5" name="Google Shape;2245;p9"/>
          <p:cNvSpPr/>
          <p:nvPr/>
        </p:nvSpPr>
        <p:spPr>
          <a:xfrm>
            <a:off x="1036294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6" name="Google Shape;2246;p9"/>
          <p:cNvSpPr/>
          <p:nvPr/>
        </p:nvSpPr>
        <p:spPr>
          <a:xfrm>
            <a:off x="1097252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7" name="Google Shape;2247;p9"/>
          <p:cNvSpPr/>
          <p:nvPr/>
        </p:nvSpPr>
        <p:spPr>
          <a:xfrm>
            <a:off x="1158211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8" name="Google Shape;2248;p9"/>
          <p:cNvSpPr/>
          <p:nvPr/>
        </p:nvSpPr>
        <p:spPr>
          <a:xfrm>
            <a:off x="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9" name="Google Shape;2249;p9"/>
          <p:cNvSpPr/>
          <p:nvPr/>
        </p:nvSpPr>
        <p:spPr>
          <a:xfrm>
            <a:off x="609585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0" name="Google Shape;2250;p9"/>
          <p:cNvSpPr/>
          <p:nvPr/>
        </p:nvSpPr>
        <p:spPr>
          <a:xfrm>
            <a:off x="121917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1" name="Google Shape;2251;p9"/>
          <p:cNvSpPr/>
          <p:nvPr/>
        </p:nvSpPr>
        <p:spPr>
          <a:xfrm>
            <a:off x="182875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2" name="Google Shape;2252;p9"/>
          <p:cNvSpPr/>
          <p:nvPr/>
        </p:nvSpPr>
        <p:spPr>
          <a:xfrm>
            <a:off x="243833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3" name="Google Shape;2253;p9"/>
          <p:cNvSpPr/>
          <p:nvPr/>
        </p:nvSpPr>
        <p:spPr>
          <a:xfrm>
            <a:off x="304792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4" name="Google Shape;2254;p9"/>
          <p:cNvSpPr/>
          <p:nvPr/>
        </p:nvSpPr>
        <p:spPr>
          <a:xfrm>
            <a:off x="365750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5" name="Google Shape;2255;p9"/>
          <p:cNvSpPr/>
          <p:nvPr/>
        </p:nvSpPr>
        <p:spPr>
          <a:xfrm>
            <a:off x="426709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6" name="Google Shape;2256;p9"/>
          <p:cNvSpPr/>
          <p:nvPr/>
        </p:nvSpPr>
        <p:spPr>
          <a:xfrm>
            <a:off x="487667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7" name="Google Shape;2257;p9"/>
          <p:cNvSpPr/>
          <p:nvPr/>
        </p:nvSpPr>
        <p:spPr>
          <a:xfrm>
            <a:off x="548626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p9"/>
          <p:cNvSpPr/>
          <p:nvPr/>
        </p:nvSpPr>
        <p:spPr>
          <a:xfrm>
            <a:off x="609584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9" name="Google Shape;2259;p9"/>
          <p:cNvSpPr/>
          <p:nvPr/>
        </p:nvSpPr>
        <p:spPr>
          <a:xfrm>
            <a:off x="670543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0" name="Google Shape;2260;p9"/>
          <p:cNvSpPr/>
          <p:nvPr/>
        </p:nvSpPr>
        <p:spPr>
          <a:xfrm>
            <a:off x="731501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p9"/>
          <p:cNvSpPr/>
          <p:nvPr/>
        </p:nvSpPr>
        <p:spPr>
          <a:xfrm>
            <a:off x="792460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9"/>
          <p:cNvSpPr/>
          <p:nvPr/>
        </p:nvSpPr>
        <p:spPr>
          <a:xfrm>
            <a:off x="853418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3" name="Google Shape;2263;p9"/>
          <p:cNvSpPr/>
          <p:nvPr/>
        </p:nvSpPr>
        <p:spPr>
          <a:xfrm>
            <a:off x="914377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9"/>
          <p:cNvSpPr/>
          <p:nvPr/>
        </p:nvSpPr>
        <p:spPr>
          <a:xfrm>
            <a:off x="975335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5" name="Google Shape;2265;p9"/>
          <p:cNvSpPr/>
          <p:nvPr/>
        </p:nvSpPr>
        <p:spPr>
          <a:xfrm>
            <a:off x="1036294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9"/>
          <p:cNvSpPr/>
          <p:nvPr/>
        </p:nvSpPr>
        <p:spPr>
          <a:xfrm>
            <a:off x="1097252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7" name="Google Shape;2267;p9"/>
          <p:cNvSpPr/>
          <p:nvPr/>
        </p:nvSpPr>
        <p:spPr>
          <a:xfrm>
            <a:off x="1158211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9"/>
          <p:cNvSpPr/>
          <p:nvPr/>
        </p:nvSpPr>
        <p:spPr>
          <a:xfrm>
            <a:off x="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9"/>
          <p:cNvSpPr/>
          <p:nvPr/>
        </p:nvSpPr>
        <p:spPr>
          <a:xfrm>
            <a:off x="609585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9"/>
          <p:cNvSpPr/>
          <p:nvPr/>
        </p:nvSpPr>
        <p:spPr>
          <a:xfrm>
            <a:off x="121917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9"/>
          <p:cNvSpPr/>
          <p:nvPr/>
        </p:nvSpPr>
        <p:spPr>
          <a:xfrm>
            <a:off x="182875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9"/>
          <p:cNvSpPr/>
          <p:nvPr/>
        </p:nvSpPr>
        <p:spPr>
          <a:xfrm>
            <a:off x="243833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3" name="Google Shape;2273;p9"/>
          <p:cNvSpPr/>
          <p:nvPr/>
        </p:nvSpPr>
        <p:spPr>
          <a:xfrm>
            <a:off x="304792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9"/>
          <p:cNvSpPr/>
          <p:nvPr/>
        </p:nvSpPr>
        <p:spPr>
          <a:xfrm>
            <a:off x="365750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9"/>
          <p:cNvSpPr/>
          <p:nvPr/>
        </p:nvSpPr>
        <p:spPr>
          <a:xfrm>
            <a:off x="426709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9"/>
          <p:cNvSpPr/>
          <p:nvPr/>
        </p:nvSpPr>
        <p:spPr>
          <a:xfrm>
            <a:off x="487667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7" name="Google Shape;2277;p9"/>
          <p:cNvSpPr/>
          <p:nvPr/>
        </p:nvSpPr>
        <p:spPr>
          <a:xfrm>
            <a:off x="548626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9"/>
          <p:cNvSpPr/>
          <p:nvPr/>
        </p:nvSpPr>
        <p:spPr>
          <a:xfrm>
            <a:off x="609584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9"/>
          <p:cNvSpPr/>
          <p:nvPr/>
        </p:nvSpPr>
        <p:spPr>
          <a:xfrm>
            <a:off x="670543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9"/>
          <p:cNvSpPr/>
          <p:nvPr/>
        </p:nvSpPr>
        <p:spPr>
          <a:xfrm>
            <a:off x="731501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1" name="Google Shape;2281;p9"/>
          <p:cNvSpPr/>
          <p:nvPr/>
        </p:nvSpPr>
        <p:spPr>
          <a:xfrm>
            <a:off x="792460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p9"/>
          <p:cNvSpPr/>
          <p:nvPr/>
        </p:nvSpPr>
        <p:spPr>
          <a:xfrm>
            <a:off x="853418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9"/>
          <p:cNvSpPr/>
          <p:nvPr/>
        </p:nvSpPr>
        <p:spPr>
          <a:xfrm>
            <a:off x="914377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p9"/>
          <p:cNvSpPr/>
          <p:nvPr/>
        </p:nvSpPr>
        <p:spPr>
          <a:xfrm>
            <a:off x="975335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p9"/>
          <p:cNvSpPr/>
          <p:nvPr/>
        </p:nvSpPr>
        <p:spPr>
          <a:xfrm>
            <a:off x="1036294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6" name="Google Shape;2286;p9"/>
          <p:cNvSpPr/>
          <p:nvPr/>
        </p:nvSpPr>
        <p:spPr>
          <a:xfrm>
            <a:off x="1097252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p9"/>
          <p:cNvSpPr/>
          <p:nvPr/>
        </p:nvSpPr>
        <p:spPr>
          <a:xfrm>
            <a:off x="1158211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9"/>
          <p:cNvSpPr/>
          <p:nvPr/>
        </p:nvSpPr>
        <p:spPr>
          <a:xfrm>
            <a:off x="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9" name="Google Shape;2289;p9"/>
          <p:cNvSpPr/>
          <p:nvPr/>
        </p:nvSpPr>
        <p:spPr>
          <a:xfrm>
            <a:off x="609585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9"/>
          <p:cNvSpPr/>
          <p:nvPr/>
        </p:nvSpPr>
        <p:spPr>
          <a:xfrm>
            <a:off x="121917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9"/>
          <p:cNvSpPr/>
          <p:nvPr/>
        </p:nvSpPr>
        <p:spPr>
          <a:xfrm>
            <a:off x="182875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9"/>
          <p:cNvSpPr/>
          <p:nvPr/>
        </p:nvSpPr>
        <p:spPr>
          <a:xfrm>
            <a:off x="243833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9"/>
          <p:cNvSpPr/>
          <p:nvPr/>
        </p:nvSpPr>
        <p:spPr>
          <a:xfrm>
            <a:off x="304792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9"/>
          <p:cNvSpPr/>
          <p:nvPr/>
        </p:nvSpPr>
        <p:spPr>
          <a:xfrm>
            <a:off x="365750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p9"/>
          <p:cNvSpPr/>
          <p:nvPr/>
        </p:nvSpPr>
        <p:spPr>
          <a:xfrm>
            <a:off x="426709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9"/>
          <p:cNvSpPr/>
          <p:nvPr/>
        </p:nvSpPr>
        <p:spPr>
          <a:xfrm>
            <a:off x="487667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9"/>
          <p:cNvSpPr/>
          <p:nvPr/>
        </p:nvSpPr>
        <p:spPr>
          <a:xfrm>
            <a:off x="548626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8" name="Google Shape;2298;p9"/>
          <p:cNvSpPr/>
          <p:nvPr/>
        </p:nvSpPr>
        <p:spPr>
          <a:xfrm>
            <a:off x="609584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9" name="Google Shape;2299;p9"/>
          <p:cNvSpPr/>
          <p:nvPr/>
        </p:nvSpPr>
        <p:spPr>
          <a:xfrm>
            <a:off x="670543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9"/>
          <p:cNvSpPr/>
          <p:nvPr/>
        </p:nvSpPr>
        <p:spPr>
          <a:xfrm>
            <a:off x="731501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1" name="Google Shape;2301;p9"/>
          <p:cNvSpPr/>
          <p:nvPr/>
        </p:nvSpPr>
        <p:spPr>
          <a:xfrm>
            <a:off x="792460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2" name="Google Shape;2302;p9"/>
          <p:cNvSpPr/>
          <p:nvPr/>
        </p:nvSpPr>
        <p:spPr>
          <a:xfrm>
            <a:off x="853418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3" name="Google Shape;2303;p9"/>
          <p:cNvSpPr/>
          <p:nvPr/>
        </p:nvSpPr>
        <p:spPr>
          <a:xfrm>
            <a:off x="914377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4" name="Google Shape;2304;p9"/>
          <p:cNvSpPr/>
          <p:nvPr/>
        </p:nvSpPr>
        <p:spPr>
          <a:xfrm>
            <a:off x="975335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9"/>
          <p:cNvSpPr/>
          <p:nvPr/>
        </p:nvSpPr>
        <p:spPr>
          <a:xfrm>
            <a:off x="1036294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6" name="Google Shape;2306;p9"/>
          <p:cNvSpPr/>
          <p:nvPr/>
        </p:nvSpPr>
        <p:spPr>
          <a:xfrm>
            <a:off x="1097252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9"/>
          <p:cNvSpPr/>
          <p:nvPr/>
        </p:nvSpPr>
        <p:spPr>
          <a:xfrm>
            <a:off x="1158211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9"/>
          <p:cNvSpPr/>
          <p:nvPr/>
        </p:nvSpPr>
        <p:spPr>
          <a:xfrm>
            <a:off x="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p9"/>
          <p:cNvSpPr/>
          <p:nvPr/>
        </p:nvSpPr>
        <p:spPr>
          <a:xfrm>
            <a:off x="609585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9"/>
          <p:cNvSpPr/>
          <p:nvPr/>
        </p:nvSpPr>
        <p:spPr>
          <a:xfrm>
            <a:off x="121917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9"/>
          <p:cNvSpPr/>
          <p:nvPr/>
        </p:nvSpPr>
        <p:spPr>
          <a:xfrm>
            <a:off x="182875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2" name="Google Shape;2312;p9"/>
          <p:cNvSpPr/>
          <p:nvPr/>
        </p:nvSpPr>
        <p:spPr>
          <a:xfrm>
            <a:off x="243833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9"/>
          <p:cNvSpPr/>
          <p:nvPr/>
        </p:nvSpPr>
        <p:spPr>
          <a:xfrm>
            <a:off x="304792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9"/>
          <p:cNvSpPr/>
          <p:nvPr/>
        </p:nvSpPr>
        <p:spPr>
          <a:xfrm>
            <a:off x="365750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5" name="Google Shape;2315;p9"/>
          <p:cNvSpPr/>
          <p:nvPr/>
        </p:nvSpPr>
        <p:spPr>
          <a:xfrm>
            <a:off x="426709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6" name="Google Shape;2316;p9"/>
          <p:cNvSpPr/>
          <p:nvPr/>
        </p:nvSpPr>
        <p:spPr>
          <a:xfrm>
            <a:off x="487667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p9"/>
          <p:cNvSpPr/>
          <p:nvPr/>
        </p:nvSpPr>
        <p:spPr>
          <a:xfrm>
            <a:off x="548626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p9"/>
          <p:cNvSpPr/>
          <p:nvPr/>
        </p:nvSpPr>
        <p:spPr>
          <a:xfrm>
            <a:off x="609584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9"/>
          <p:cNvSpPr/>
          <p:nvPr/>
        </p:nvSpPr>
        <p:spPr>
          <a:xfrm>
            <a:off x="670543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9"/>
          <p:cNvSpPr/>
          <p:nvPr/>
        </p:nvSpPr>
        <p:spPr>
          <a:xfrm>
            <a:off x="731501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9"/>
          <p:cNvSpPr/>
          <p:nvPr/>
        </p:nvSpPr>
        <p:spPr>
          <a:xfrm>
            <a:off x="792460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p9"/>
          <p:cNvSpPr/>
          <p:nvPr/>
        </p:nvSpPr>
        <p:spPr>
          <a:xfrm>
            <a:off x="853418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9"/>
          <p:cNvSpPr/>
          <p:nvPr/>
        </p:nvSpPr>
        <p:spPr>
          <a:xfrm>
            <a:off x="914377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4" name="Google Shape;2324;p9"/>
          <p:cNvSpPr/>
          <p:nvPr/>
        </p:nvSpPr>
        <p:spPr>
          <a:xfrm>
            <a:off x="975335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9"/>
          <p:cNvSpPr/>
          <p:nvPr/>
        </p:nvSpPr>
        <p:spPr>
          <a:xfrm>
            <a:off x="1036294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9"/>
          <p:cNvSpPr/>
          <p:nvPr/>
        </p:nvSpPr>
        <p:spPr>
          <a:xfrm>
            <a:off x="1097252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p9"/>
          <p:cNvSpPr/>
          <p:nvPr/>
        </p:nvSpPr>
        <p:spPr>
          <a:xfrm>
            <a:off x="1158211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9"/>
          <p:cNvSpPr/>
          <p:nvPr/>
        </p:nvSpPr>
        <p:spPr>
          <a:xfrm>
            <a:off x="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9"/>
          <p:cNvSpPr/>
          <p:nvPr/>
        </p:nvSpPr>
        <p:spPr>
          <a:xfrm>
            <a:off x="609585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9"/>
          <p:cNvSpPr/>
          <p:nvPr/>
        </p:nvSpPr>
        <p:spPr>
          <a:xfrm>
            <a:off x="121917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9"/>
          <p:cNvSpPr/>
          <p:nvPr/>
        </p:nvSpPr>
        <p:spPr>
          <a:xfrm>
            <a:off x="182875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9"/>
          <p:cNvSpPr/>
          <p:nvPr/>
        </p:nvSpPr>
        <p:spPr>
          <a:xfrm>
            <a:off x="243833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9"/>
          <p:cNvSpPr/>
          <p:nvPr/>
        </p:nvSpPr>
        <p:spPr>
          <a:xfrm>
            <a:off x="304792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9"/>
          <p:cNvSpPr/>
          <p:nvPr/>
        </p:nvSpPr>
        <p:spPr>
          <a:xfrm>
            <a:off x="365750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9"/>
          <p:cNvSpPr/>
          <p:nvPr/>
        </p:nvSpPr>
        <p:spPr>
          <a:xfrm>
            <a:off x="426709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9"/>
          <p:cNvSpPr/>
          <p:nvPr/>
        </p:nvSpPr>
        <p:spPr>
          <a:xfrm>
            <a:off x="487667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9"/>
          <p:cNvSpPr/>
          <p:nvPr/>
        </p:nvSpPr>
        <p:spPr>
          <a:xfrm>
            <a:off x="548626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9"/>
          <p:cNvSpPr/>
          <p:nvPr/>
        </p:nvSpPr>
        <p:spPr>
          <a:xfrm>
            <a:off x="609584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9"/>
          <p:cNvSpPr/>
          <p:nvPr/>
        </p:nvSpPr>
        <p:spPr>
          <a:xfrm>
            <a:off x="670543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0" name="Google Shape;2340;p9"/>
          <p:cNvSpPr/>
          <p:nvPr/>
        </p:nvSpPr>
        <p:spPr>
          <a:xfrm>
            <a:off x="731501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1" name="Google Shape;2341;p9"/>
          <p:cNvSpPr/>
          <p:nvPr/>
        </p:nvSpPr>
        <p:spPr>
          <a:xfrm>
            <a:off x="792460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p9"/>
          <p:cNvSpPr/>
          <p:nvPr/>
        </p:nvSpPr>
        <p:spPr>
          <a:xfrm>
            <a:off x="853418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p9"/>
          <p:cNvSpPr/>
          <p:nvPr/>
        </p:nvSpPr>
        <p:spPr>
          <a:xfrm>
            <a:off x="914377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4" name="Google Shape;2344;p9"/>
          <p:cNvSpPr/>
          <p:nvPr/>
        </p:nvSpPr>
        <p:spPr>
          <a:xfrm>
            <a:off x="975335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5" name="Google Shape;2345;p9"/>
          <p:cNvSpPr/>
          <p:nvPr/>
        </p:nvSpPr>
        <p:spPr>
          <a:xfrm>
            <a:off x="1036294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p9"/>
          <p:cNvSpPr/>
          <p:nvPr/>
        </p:nvSpPr>
        <p:spPr>
          <a:xfrm>
            <a:off x="1097252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7" name="Google Shape;2347;p9"/>
          <p:cNvSpPr/>
          <p:nvPr/>
        </p:nvSpPr>
        <p:spPr>
          <a:xfrm>
            <a:off x="1158211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8" name="Google Shape;2348;p9"/>
          <p:cNvSpPr/>
          <p:nvPr/>
        </p:nvSpPr>
        <p:spPr>
          <a:xfrm>
            <a:off x="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9"/>
          <p:cNvSpPr/>
          <p:nvPr/>
        </p:nvSpPr>
        <p:spPr>
          <a:xfrm>
            <a:off x="609585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0" name="Google Shape;2350;p9"/>
          <p:cNvSpPr/>
          <p:nvPr/>
        </p:nvSpPr>
        <p:spPr>
          <a:xfrm>
            <a:off x="121917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p9"/>
          <p:cNvSpPr/>
          <p:nvPr/>
        </p:nvSpPr>
        <p:spPr>
          <a:xfrm>
            <a:off x="182875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p9"/>
          <p:cNvSpPr/>
          <p:nvPr/>
        </p:nvSpPr>
        <p:spPr>
          <a:xfrm>
            <a:off x="243833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3" name="Google Shape;2353;p9"/>
          <p:cNvSpPr/>
          <p:nvPr/>
        </p:nvSpPr>
        <p:spPr>
          <a:xfrm>
            <a:off x="304792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9"/>
          <p:cNvSpPr/>
          <p:nvPr/>
        </p:nvSpPr>
        <p:spPr>
          <a:xfrm>
            <a:off x="365750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p9"/>
          <p:cNvSpPr/>
          <p:nvPr/>
        </p:nvSpPr>
        <p:spPr>
          <a:xfrm>
            <a:off x="426709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6" name="Google Shape;2356;p9"/>
          <p:cNvSpPr/>
          <p:nvPr/>
        </p:nvSpPr>
        <p:spPr>
          <a:xfrm>
            <a:off x="487667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7" name="Google Shape;2357;p9"/>
          <p:cNvSpPr/>
          <p:nvPr/>
        </p:nvSpPr>
        <p:spPr>
          <a:xfrm>
            <a:off x="548626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8" name="Google Shape;2358;p9"/>
          <p:cNvSpPr/>
          <p:nvPr/>
        </p:nvSpPr>
        <p:spPr>
          <a:xfrm>
            <a:off x="609584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9" name="Google Shape;2359;p9"/>
          <p:cNvSpPr/>
          <p:nvPr/>
        </p:nvSpPr>
        <p:spPr>
          <a:xfrm>
            <a:off x="670543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0" name="Google Shape;2360;p9"/>
          <p:cNvSpPr/>
          <p:nvPr/>
        </p:nvSpPr>
        <p:spPr>
          <a:xfrm>
            <a:off x="731501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1" name="Google Shape;2361;p9"/>
          <p:cNvSpPr/>
          <p:nvPr/>
        </p:nvSpPr>
        <p:spPr>
          <a:xfrm>
            <a:off x="792460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2" name="Google Shape;2362;p9"/>
          <p:cNvSpPr/>
          <p:nvPr/>
        </p:nvSpPr>
        <p:spPr>
          <a:xfrm>
            <a:off x="853418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3" name="Google Shape;2363;p9"/>
          <p:cNvSpPr/>
          <p:nvPr/>
        </p:nvSpPr>
        <p:spPr>
          <a:xfrm>
            <a:off x="914377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p9"/>
          <p:cNvSpPr/>
          <p:nvPr/>
        </p:nvSpPr>
        <p:spPr>
          <a:xfrm>
            <a:off x="975335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5" name="Google Shape;2365;p9"/>
          <p:cNvSpPr/>
          <p:nvPr/>
        </p:nvSpPr>
        <p:spPr>
          <a:xfrm>
            <a:off x="1036294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6" name="Google Shape;2366;p9"/>
          <p:cNvSpPr/>
          <p:nvPr/>
        </p:nvSpPr>
        <p:spPr>
          <a:xfrm>
            <a:off x="1097252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7" name="Google Shape;2367;p9"/>
          <p:cNvSpPr/>
          <p:nvPr/>
        </p:nvSpPr>
        <p:spPr>
          <a:xfrm>
            <a:off x="1158211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8" name="Google Shape;2368;p9"/>
          <p:cNvSpPr/>
          <p:nvPr/>
        </p:nvSpPr>
        <p:spPr>
          <a:xfrm>
            <a:off x="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9" name="Google Shape;2369;p9"/>
          <p:cNvSpPr/>
          <p:nvPr/>
        </p:nvSpPr>
        <p:spPr>
          <a:xfrm>
            <a:off x="609585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9"/>
          <p:cNvSpPr/>
          <p:nvPr/>
        </p:nvSpPr>
        <p:spPr>
          <a:xfrm>
            <a:off x="121917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p9"/>
          <p:cNvSpPr/>
          <p:nvPr/>
        </p:nvSpPr>
        <p:spPr>
          <a:xfrm>
            <a:off x="182875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2" name="Google Shape;2372;p9"/>
          <p:cNvSpPr/>
          <p:nvPr/>
        </p:nvSpPr>
        <p:spPr>
          <a:xfrm>
            <a:off x="243833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3" name="Google Shape;2373;p9"/>
          <p:cNvSpPr/>
          <p:nvPr/>
        </p:nvSpPr>
        <p:spPr>
          <a:xfrm>
            <a:off x="304792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4" name="Google Shape;2374;p9"/>
          <p:cNvSpPr/>
          <p:nvPr/>
        </p:nvSpPr>
        <p:spPr>
          <a:xfrm>
            <a:off x="365750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5" name="Google Shape;2375;p9"/>
          <p:cNvSpPr/>
          <p:nvPr/>
        </p:nvSpPr>
        <p:spPr>
          <a:xfrm>
            <a:off x="426709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9"/>
          <p:cNvSpPr/>
          <p:nvPr/>
        </p:nvSpPr>
        <p:spPr>
          <a:xfrm>
            <a:off x="487667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7" name="Google Shape;2377;p9"/>
          <p:cNvSpPr/>
          <p:nvPr/>
        </p:nvSpPr>
        <p:spPr>
          <a:xfrm>
            <a:off x="548626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8" name="Google Shape;2378;p9"/>
          <p:cNvSpPr/>
          <p:nvPr/>
        </p:nvSpPr>
        <p:spPr>
          <a:xfrm>
            <a:off x="609584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9" name="Google Shape;2379;p9"/>
          <p:cNvSpPr/>
          <p:nvPr/>
        </p:nvSpPr>
        <p:spPr>
          <a:xfrm>
            <a:off x="670543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0" name="Google Shape;2380;p9"/>
          <p:cNvSpPr/>
          <p:nvPr/>
        </p:nvSpPr>
        <p:spPr>
          <a:xfrm>
            <a:off x="731501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1" name="Google Shape;2381;p9"/>
          <p:cNvSpPr/>
          <p:nvPr/>
        </p:nvSpPr>
        <p:spPr>
          <a:xfrm>
            <a:off x="792460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2" name="Google Shape;2382;p9"/>
          <p:cNvSpPr/>
          <p:nvPr/>
        </p:nvSpPr>
        <p:spPr>
          <a:xfrm>
            <a:off x="853418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3" name="Google Shape;2383;p9"/>
          <p:cNvSpPr/>
          <p:nvPr/>
        </p:nvSpPr>
        <p:spPr>
          <a:xfrm>
            <a:off x="914377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p9"/>
          <p:cNvSpPr/>
          <p:nvPr/>
        </p:nvSpPr>
        <p:spPr>
          <a:xfrm>
            <a:off x="975335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5" name="Google Shape;2385;p9"/>
          <p:cNvSpPr/>
          <p:nvPr/>
        </p:nvSpPr>
        <p:spPr>
          <a:xfrm>
            <a:off x="1036294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p9"/>
          <p:cNvSpPr/>
          <p:nvPr/>
        </p:nvSpPr>
        <p:spPr>
          <a:xfrm>
            <a:off x="1097252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7" name="Google Shape;2387;p9"/>
          <p:cNvSpPr/>
          <p:nvPr/>
        </p:nvSpPr>
        <p:spPr>
          <a:xfrm>
            <a:off x="1158211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9"/>
          <p:cNvSpPr/>
          <p:nvPr/>
        </p:nvSpPr>
        <p:spPr>
          <a:xfrm>
            <a:off x="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9" name="Google Shape;2389;p9"/>
          <p:cNvSpPr/>
          <p:nvPr/>
        </p:nvSpPr>
        <p:spPr>
          <a:xfrm>
            <a:off x="609585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p9"/>
          <p:cNvSpPr/>
          <p:nvPr/>
        </p:nvSpPr>
        <p:spPr>
          <a:xfrm>
            <a:off x="121917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9"/>
          <p:cNvSpPr/>
          <p:nvPr/>
        </p:nvSpPr>
        <p:spPr>
          <a:xfrm>
            <a:off x="182875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9"/>
          <p:cNvSpPr/>
          <p:nvPr/>
        </p:nvSpPr>
        <p:spPr>
          <a:xfrm>
            <a:off x="243833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9"/>
          <p:cNvSpPr/>
          <p:nvPr/>
        </p:nvSpPr>
        <p:spPr>
          <a:xfrm>
            <a:off x="304792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9"/>
          <p:cNvSpPr/>
          <p:nvPr/>
        </p:nvSpPr>
        <p:spPr>
          <a:xfrm>
            <a:off x="365750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9"/>
          <p:cNvSpPr/>
          <p:nvPr/>
        </p:nvSpPr>
        <p:spPr>
          <a:xfrm>
            <a:off x="426709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9"/>
          <p:cNvSpPr/>
          <p:nvPr/>
        </p:nvSpPr>
        <p:spPr>
          <a:xfrm>
            <a:off x="487667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9"/>
          <p:cNvSpPr/>
          <p:nvPr/>
        </p:nvSpPr>
        <p:spPr>
          <a:xfrm>
            <a:off x="548626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9"/>
          <p:cNvSpPr/>
          <p:nvPr/>
        </p:nvSpPr>
        <p:spPr>
          <a:xfrm>
            <a:off x="609584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9"/>
          <p:cNvSpPr/>
          <p:nvPr/>
        </p:nvSpPr>
        <p:spPr>
          <a:xfrm>
            <a:off x="670543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9"/>
          <p:cNvSpPr/>
          <p:nvPr/>
        </p:nvSpPr>
        <p:spPr>
          <a:xfrm>
            <a:off x="731501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9"/>
          <p:cNvSpPr/>
          <p:nvPr/>
        </p:nvSpPr>
        <p:spPr>
          <a:xfrm>
            <a:off x="792460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9"/>
          <p:cNvSpPr/>
          <p:nvPr/>
        </p:nvSpPr>
        <p:spPr>
          <a:xfrm>
            <a:off x="853418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9"/>
          <p:cNvSpPr/>
          <p:nvPr/>
        </p:nvSpPr>
        <p:spPr>
          <a:xfrm>
            <a:off x="914377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4" name="Google Shape;2404;p9"/>
          <p:cNvSpPr/>
          <p:nvPr/>
        </p:nvSpPr>
        <p:spPr>
          <a:xfrm>
            <a:off x="975335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5" name="Google Shape;2405;p9"/>
          <p:cNvSpPr/>
          <p:nvPr/>
        </p:nvSpPr>
        <p:spPr>
          <a:xfrm>
            <a:off x="1036294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6" name="Google Shape;2406;p9"/>
          <p:cNvSpPr/>
          <p:nvPr/>
        </p:nvSpPr>
        <p:spPr>
          <a:xfrm>
            <a:off x="1097252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7" name="Google Shape;2407;p9"/>
          <p:cNvSpPr/>
          <p:nvPr/>
        </p:nvSpPr>
        <p:spPr>
          <a:xfrm>
            <a:off x="1158211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8" name="Google Shape;2408;p9"/>
          <p:cNvSpPr/>
          <p:nvPr/>
        </p:nvSpPr>
        <p:spPr>
          <a:xfrm>
            <a:off x="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9"/>
          <p:cNvSpPr/>
          <p:nvPr/>
        </p:nvSpPr>
        <p:spPr>
          <a:xfrm>
            <a:off x="609585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9"/>
          <p:cNvSpPr/>
          <p:nvPr/>
        </p:nvSpPr>
        <p:spPr>
          <a:xfrm>
            <a:off x="121917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p9"/>
          <p:cNvSpPr/>
          <p:nvPr/>
        </p:nvSpPr>
        <p:spPr>
          <a:xfrm>
            <a:off x="182875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p9"/>
          <p:cNvSpPr/>
          <p:nvPr/>
        </p:nvSpPr>
        <p:spPr>
          <a:xfrm>
            <a:off x="243833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3" name="Google Shape;2413;p9"/>
          <p:cNvSpPr/>
          <p:nvPr/>
        </p:nvSpPr>
        <p:spPr>
          <a:xfrm>
            <a:off x="304792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4" name="Google Shape;2414;p9"/>
          <p:cNvSpPr/>
          <p:nvPr/>
        </p:nvSpPr>
        <p:spPr>
          <a:xfrm>
            <a:off x="365750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p9"/>
          <p:cNvSpPr/>
          <p:nvPr/>
        </p:nvSpPr>
        <p:spPr>
          <a:xfrm>
            <a:off x="426709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6" name="Google Shape;2416;p9"/>
          <p:cNvSpPr/>
          <p:nvPr/>
        </p:nvSpPr>
        <p:spPr>
          <a:xfrm>
            <a:off x="487667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7" name="Google Shape;2417;p9"/>
          <p:cNvSpPr/>
          <p:nvPr/>
        </p:nvSpPr>
        <p:spPr>
          <a:xfrm>
            <a:off x="548626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8" name="Google Shape;2418;p9"/>
          <p:cNvSpPr/>
          <p:nvPr/>
        </p:nvSpPr>
        <p:spPr>
          <a:xfrm>
            <a:off x="609584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9" name="Google Shape;2419;p9"/>
          <p:cNvSpPr/>
          <p:nvPr/>
        </p:nvSpPr>
        <p:spPr>
          <a:xfrm>
            <a:off x="670543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0" name="Google Shape;2420;p9"/>
          <p:cNvSpPr/>
          <p:nvPr/>
        </p:nvSpPr>
        <p:spPr>
          <a:xfrm>
            <a:off x="731501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1" name="Google Shape;2421;p9"/>
          <p:cNvSpPr/>
          <p:nvPr/>
        </p:nvSpPr>
        <p:spPr>
          <a:xfrm>
            <a:off x="792460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2" name="Google Shape;2422;p9"/>
          <p:cNvSpPr/>
          <p:nvPr/>
        </p:nvSpPr>
        <p:spPr>
          <a:xfrm>
            <a:off x="853418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9"/>
          <p:cNvSpPr/>
          <p:nvPr/>
        </p:nvSpPr>
        <p:spPr>
          <a:xfrm>
            <a:off x="914377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4" name="Google Shape;2424;p9"/>
          <p:cNvSpPr/>
          <p:nvPr/>
        </p:nvSpPr>
        <p:spPr>
          <a:xfrm>
            <a:off x="975335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5" name="Google Shape;2425;p9"/>
          <p:cNvSpPr/>
          <p:nvPr/>
        </p:nvSpPr>
        <p:spPr>
          <a:xfrm>
            <a:off x="1036294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6" name="Google Shape;2426;p9"/>
          <p:cNvSpPr/>
          <p:nvPr/>
        </p:nvSpPr>
        <p:spPr>
          <a:xfrm>
            <a:off x="1097252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7" name="Google Shape;2427;p9"/>
          <p:cNvSpPr/>
          <p:nvPr/>
        </p:nvSpPr>
        <p:spPr>
          <a:xfrm>
            <a:off x="1158211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8" name="Google Shape;2428;p9"/>
          <p:cNvSpPr/>
          <p:nvPr/>
        </p:nvSpPr>
        <p:spPr>
          <a:xfrm>
            <a:off x="7863840" y="320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GRADE 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9" name="Google Shape;2429;p9"/>
          <p:cNvSpPr/>
          <p:nvPr/>
        </p:nvSpPr>
        <p:spPr>
          <a:xfrm>
            <a:off x="-548640" y="5074920"/>
            <a:ext cx="6400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4F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16304F"/>
                </a:solidFill>
                <a:latin typeface="Arial"/>
                <a:ea typeface="Arial"/>
                <a:cs typeface="Arial"/>
                <a:sym typeface="Arial"/>
              </a:rPr>
              <a:t>Grades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9"/>
          <p:cNvSpPr/>
          <p:nvPr/>
        </p:nvSpPr>
        <p:spPr>
          <a:xfrm>
            <a:off x="685800" y="64008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Key Functions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1" name="Google Shape;2431;p9"/>
          <p:cNvSpPr/>
          <p:nvPr/>
        </p:nvSpPr>
        <p:spPr>
          <a:xfrm>
            <a:off x="685800" y="1691640"/>
            <a:ext cx="2606040" cy="4206240"/>
          </a:xfrm>
          <a:prstGeom prst="roundRect">
            <a:avLst>
              <a:gd fmla="val 3509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9"/>
          <p:cNvSpPr/>
          <p:nvPr/>
        </p:nvSpPr>
        <p:spPr>
          <a:xfrm>
            <a:off x="685800" y="1691640"/>
            <a:ext cx="2606040" cy="777240"/>
          </a:xfrm>
          <a:prstGeom prst="roundRect">
            <a:avLst>
              <a:gd fmla="val 11765" name="adj"/>
            </a:avLst>
          </a:prstGeom>
          <a:solidFill>
            <a:srgbClr val="2E9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9"/>
          <p:cNvSpPr/>
          <p:nvPr/>
        </p:nvSpPr>
        <p:spPr>
          <a:xfrm>
            <a:off x="685800" y="2103120"/>
            <a:ext cx="2606040" cy="365760"/>
          </a:xfrm>
          <a:prstGeom prst="rect">
            <a:avLst/>
          </a:prstGeom>
          <a:solidFill>
            <a:srgbClr val="2E9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9"/>
          <p:cNvSpPr/>
          <p:nvPr/>
        </p:nvSpPr>
        <p:spPr>
          <a:xfrm>
            <a:off x="868680" y="169164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1B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1B33"/>
                </a:solidFill>
                <a:latin typeface="Calibri"/>
                <a:ea typeface="Calibri"/>
                <a:cs typeface="Calibri"/>
                <a:sym typeface="Calibri"/>
              </a:rPr>
              <a:t>Validation &amp; Calculations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5" name="Google Shape;2435;p9"/>
          <p:cNvSpPr/>
          <p:nvPr/>
        </p:nvSpPr>
        <p:spPr>
          <a:xfrm>
            <a:off x="868680" y="2651760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0A18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6" name="Google Shape;2436;p9"/>
          <p:cNvSpPr/>
          <p:nvPr/>
        </p:nvSpPr>
        <p:spPr>
          <a:xfrm>
            <a:off x="978408" y="2651760"/>
            <a:ext cx="20208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get_valid_grade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p9"/>
          <p:cNvSpPr/>
          <p:nvPr/>
        </p:nvSpPr>
        <p:spPr>
          <a:xfrm>
            <a:off x="868680" y="3218688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0A18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8" name="Google Shape;2438;p9"/>
          <p:cNvSpPr/>
          <p:nvPr/>
        </p:nvSpPr>
        <p:spPr>
          <a:xfrm>
            <a:off x="978408" y="3218688"/>
            <a:ext cx="20208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calculate_average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9" name="Google Shape;2439;p9"/>
          <p:cNvSpPr/>
          <p:nvPr/>
        </p:nvSpPr>
        <p:spPr>
          <a:xfrm>
            <a:off x="868680" y="3785616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0A18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0" name="Google Shape;2440;p9"/>
          <p:cNvSpPr/>
          <p:nvPr/>
        </p:nvSpPr>
        <p:spPr>
          <a:xfrm>
            <a:off x="978408" y="3785616"/>
            <a:ext cx="20208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calculate_grade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1" name="Google Shape;2441;p9"/>
          <p:cNvSpPr/>
          <p:nvPr/>
        </p:nvSpPr>
        <p:spPr>
          <a:xfrm>
            <a:off x="3474720" y="1691640"/>
            <a:ext cx="2606040" cy="4206240"/>
          </a:xfrm>
          <a:prstGeom prst="roundRect">
            <a:avLst>
              <a:gd fmla="val 3509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2" name="Google Shape;2442;p9"/>
          <p:cNvSpPr/>
          <p:nvPr/>
        </p:nvSpPr>
        <p:spPr>
          <a:xfrm>
            <a:off x="3474720" y="1691640"/>
            <a:ext cx="2606040" cy="777240"/>
          </a:xfrm>
          <a:prstGeom prst="roundRect">
            <a:avLst>
              <a:gd fmla="val 11765" name="adj"/>
            </a:avLst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3" name="Google Shape;2443;p9"/>
          <p:cNvSpPr/>
          <p:nvPr/>
        </p:nvSpPr>
        <p:spPr>
          <a:xfrm>
            <a:off x="3474720" y="2103120"/>
            <a:ext cx="2606040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4" name="Google Shape;2444;p9"/>
          <p:cNvSpPr/>
          <p:nvPr/>
        </p:nvSpPr>
        <p:spPr>
          <a:xfrm>
            <a:off x="3657600" y="169164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1B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1B33"/>
                </a:solidFill>
                <a:latin typeface="Calibri"/>
                <a:ea typeface="Calibri"/>
                <a:cs typeface="Calibri"/>
                <a:sym typeface="Calibri"/>
              </a:rPr>
              <a:t>Managing Students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5" name="Google Shape;2445;p9"/>
          <p:cNvSpPr/>
          <p:nvPr/>
        </p:nvSpPr>
        <p:spPr>
          <a:xfrm>
            <a:off x="3657600" y="2651760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0A18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6" name="Google Shape;2446;p9"/>
          <p:cNvSpPr/>
          <p:nvPr/>
        </p:nvSpPr>
        <p:spPr>
          <a:xfrm>
            <a:off x="3767328" y="2651760"/>
            <a:ext cx="20208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add_student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p9"/>
          <p:cNvSpPr/>
          <p:nvPr/>
        </p:nvSpPr>
        <p:spPr>
          <a:xfrm>
            <a:off x="3657600" y="3218688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0A18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8" name="Google Shape;2448;p9"/>
          <p:cNvSpPr/>
          <p:nvPr/>
        </p:nvSpPr>
        <p:spPr>
          <a:xfrm>
            <a:off x="3767328" y="3218688"/>
            <a:ext cx="20208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loop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9" name="Google Shape;2449;p9"/>
          <p:cNvSpPr/>
          <p:nvPr/>
        </p:nvSpPr>
        <p:spPr>
          <a:xfrm>
            <a:off x="3657600" y="3785616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0A18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0" name="Google Shape;2450;p9"/>
          <p:cNvSpPr/>
          <p:nvPr/>
        </p:nvSpPr>
        <p:spPr>
          <a:xfrm>
            <a:off x="3767328" y="3785616"/>
            <a:ext cx="20208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find_student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1" name="Google Shape;2451;p9"/>
          <p:cNvSpPr/>
          <p:nvPr/>
        </p:nvSpPr>
        <p:spPr>
          <a:xfrm>
            <a:off x="3657600" y="4352544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0A18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2" name="Google Shape;2452;p9"/>
          <p:cNvSpPr/>
          <p:nvPr/>
        </p:nvSpPr>
        <p:spPr>
          <a:xfrm>
            <a:off x="3767328" y="4352544"/>
            <a:ext cx="20208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update_grades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3" name="Google Shape;2453;p9"/>
          <p:cNvSpPr/>
          <p:nvPr/>
        </p:nvSpPr>
        <p:spPr>
          <a:xfrm>
            <a:off x="6263640" y="1691640"/>
            <a:ext cx="2606040" cy="4206240"/>
          </a:xfrm>
          <a:prstGeom prst="roundRect">
            <a:avLst>
              <a:gd fmla="val 3509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9"/>
          <p:cNvSpPr/>
          <p:nvPr/>
        </p:nvSpPr>
        <p:spPr>
          <a:xfrm>
            <a:off x="6263640" y="1691640"/>
            <a:ext cx="2606040" cy="777240"/>
          </a:xfrm>
          <a:prstGeom prst="roundRect">
            <a:avLst>
              <a:gd fmla="val 11765" name="adj"/>
            </a:avLst>
          </a:prstGeom>
          <a:solidFill>
            <a:srgbClr val="FFB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9"/>
          <p:cNvSpPr/>
          <p:nvPr/>
        </p:nvSpPr>
        <p:spPr>
          <a:xfrm>
            <a:off x="6263640" y="2103120"/>
            <a:ext cx="2606040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9"/>
          <p:cNvSpPr/>
          <p:nvPr/>
        </p:nvSpPr>
        <p:spPr>
          <a:xfrm>
            <a:off x="6446520" y="169164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1B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1B33"/>
                </a:solidFill>
                <a:latin typeface="Calibri"/>
                <a:ea typeface="Calibri"/>
                <a:cs typeface="Calibri"/>
                <a:sym typeface="Calibri"/>
              </a:rPr>
              <a:t>Display &amp; Analysis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9"/>
          <p:cNvSpPr/>
          <p:nvPr/>
        </p:nvSpPr>
        <p:spPr>
          <a:xfrm>
            <a:off x="6446520" y="2651760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0A18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9"/>
          <p:cNvSpPr/>
          <p:nvPr/>
        </p:nvSpPr>
        <p:spPr>
          <a:xfrm>
            <a:off x="6556248" y="2651760"/>
            <a:ext cx="20208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display_student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9"/>
          <p:cNvSpPr/>
          <p:nvPr/>
        </p:nvSpPr>
        <p:spPr>
          <a:xfrm>
            <a:off x="6446520" y="3218688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0A18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9"/>
          <p:cNvSpPr/>
          <p:nvPr/>
        </p:nvSpPr>
        <p:spPr>
          <a:xfrm>
            <a:off x="6556248" y="3218688"/>
            <a:ext cx="20208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class_statistics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9"/>
          <p:cNvSpPr/>
          <p:nvPr/>
        </p:nvSpPr>
        <p:spPr>
          <a:xfrm>
            <a:off x="6446520" y="3785616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0A18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9"/>
          <p:cNvSpPr/>
          <p:nvPr/>
        </p:nvSpPr>
        <p:spPr>
          <a:xfrm>
            <a:off x="6556248" y="3785616"/>
            <a:ext cx="20208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sort_students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3" name="Google Shape;2463;p9"/>
          <p:cNvSpPr/>
          <p:nvPr/>
        </p:nvSpPr>
        <p:spPr>
          <a:xfrm>
            <a:off x="9052560" y="1691640"/>
            <a:ext cx="2606040" cy="4206240"/>
          </a:xfrm>
          <a:prstGeom prst="roundRect">
            <a:avLst>
              <a:gd fmla="val 3509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4" name="Google Shape;2464;p9"/>
          <p:cNvSpPr/>
          <p:nvPr/>
        </p:nvSpPr>
        <p:spPr>
          <a:xfrm>
            <a:off x="9052560" y="1691640"/>
            <a:ext cx="2606040" cy="777240"/>
          </a:xfrm>
          <a:prstGeom prst="roundRect">
            <a:avLst>
              <a:gd fmla="val 11765" name="adj"/>
            </a:avLst>
          </a:prstGeom>
          <a:solidFill>
            <a:srgbClr val="FF5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9"/>
          <p:cNvSpPr/>
          <p:nvPr/>
        </p:nvSpPr>
        <p:spPr>
          <a:xfrm>
            <a:off x="9052560" y="2103120"/>
            <a:ext cx="2606040" cy="36576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9"/>
          <p:cNvSpPr/>
          <p:nvPr/>
        </p:nvSpPr>
        <p:spPr>
          <a:xfrm>
            <a:off x="9235440" y="169164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1B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1B33"/>
                </a:solidFill>
                <a:latin typeface="Calibri"/>
                <a:ea typeface="Calibri"/>
                <a:cs typeface="Calibri"/>
                <a:sym typeface="Calibri"/>
              </a:rPr>
              <a:t>Program Flow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7" name="Google Shape;2467;p9"/>
          <p:cNvSpPr/>
          <p:nvPr/>
        </p:nvSpPr>
        <p:spPr>
          <a:xfrm>
            <a:off x="9235440" y="2651760"/>
            <a:ext cx="2240280" cy="457200"/>
          </a:xfrm>
          <a:prstGeom prst="roundRect">
            <a:avLst>
              <a:gd fmla="val 12000" name="adj"/>
            </a:avLst>
          </a:prstGeom>
          <a:solidFill>
            <a:srgbClr val="0A18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9"/>
          <p:cNvSpPr/>
          <p:nvPr/>
        </p:nvSpPr>
        <p:spPr>
          <a:xfrm>
            <a:off x="9345168" y="2651760"/>
            <a:ext cx="20208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run_grade_manager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9" name="Google Shape;2469;p9"/>
          <p:cNvSpPr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C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CA0"/>
                </a:solidFill>
                <a:latin typeface="Calibri"/>
                <a:ea typeface="Calibri"/>
                <a:cs typeface="Calibri"/>
                <a:sym typeface="Calibri"/>
              </a:rPr>
              <a:t>09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2474" name="Shape 2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5" name="Google Shape;2475;p10"/>
          <p:cNvSpPr/>
          <p:nvPr/>
        </p:nvSpPr>
        <p:spPr>
          <a:xfrm>
            <a:off x="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10"/>
          <p:cNvSpPr/>
          <p:nvPr/>
        </p:nvSpPr>
        <p:spPr>
          <a:xfrm>
            <a:off x="609585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10"/>
          <p:cNvSpPr/>
          <p:nvPr/>
        </p:nvSpPr>
        <p:spPr>
          <a:xfrm>
            <a:off x="121917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10"/>
          <p:cNvSpPr/>
          <p:nvPr/>
        </p:nvSpPr>
        <p:spPr>
          <a:xfrm>
            <a:off x="182875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10"/>
          <p:cNvSpPr/>
          <p:nvPr/>
        </p:nvSpPr>
        <p:spPr>
          <a:xfrm>
            <a:off x="243833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10"/>
          <p:cNvSpPr/>
          <p:nvPr/>
        </p:nvSpPr>
        <p:spPr>
          <a:xfrm>
            <a:off x="3047924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p10"/>
          <p:cNvSpPr/>
          <p:nvPr/>
        </p:nvSpPr>
        <p:spPr>
          <a:xfrm>
            <a:off x="3657509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10"/>
          <p:cNvSpPr/>
          <p:nvPr/>
        </p:nvSpPr>
        <p:spPr>
          <a:xfrm>
            <a:off x="426709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10"/>
          <p:cNvSpPr/>
          <p:nvPr/>
        </p:nvSpPr>
        <p:spPr>
          <a:xfrm>
            <a:off x="487667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10"/>
          <p:cNvSpPr/>
          <p:nvPr/>
        </p:nvSpPr>
        <p:spPr>
          <a:xfrm>
            <a:off x="5486263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10"/>
          <p:cNvSpPr/>
          <p:nvPr/>
        </p:nvSpPr>
        <p:spPr>
          <a:xfrm>
            <a:off x="6095848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10"/>
          <p:cNvSpPr/>
          <p:nvPr/>
        </p:nvSpPr>
        <p:spPr>
          <a:xfrm>
            <a:off x="670543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p10"/>
          <p:cNvSpPr/>
          <p:nvPr/>
        </p:nvSpPr>
        <p:spPr>
          <a:xfrm>
            <a:off x="731501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10"/>
          <p:cNvSpPr/>
          <p:nvPr/>
        </p:nvSpPr>
        <p:spPr>
          <a:xfrm>
            <a:off x="7924602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10"/>
          <p:cNvSpPr/>
          <p:nvPr/>
        </p:nvSpPr>
        <p:spPr>
          <a:xfrm>
            <a:off x="8534187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10"/>
          <p:cNvSpPr/>
          <p:nvPr/>
        </p:nvSpPr>
        <p:spPr>
          <a:xfrm>
            <a:off x="914377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1" name="Google Shape;2491;p10"/>
          <p:cNvSpPr/>
          <p:nvPr/>
        </p:nvSpPr>
        <p:spPr>
          <a:xfrm>
            <a:off x="975335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2" name="Google Shape;2492;p10"/>
          <p:cNvSpPr/>
          <p:nvPr/>
        </p:nvSpPr>
        <p:spPr>
          <a:xfrm>
            <a:off x="10362941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3" name="Google Shape;2493;p10"/>
          <p:cNvSpPr/>
          <p:nvPr/>
        </p:nvSpPr>
        <p:spPr>
          <a:xfrm>
            <a:off x="10972526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p10"/>
          <p:cNvSpPr/>
          <p:nvPr/>
        </p:nvSpPr>
        <p:spPr>
          <a:xfrm>
            <a:off x="11582110" y="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5" name="Google Shape;2495;p10"/>
          <p:cNvSpPr/>
          <p:nvPr/>
        </p:nvSpPr>
        <p:spPr>
          <a:xfrm>
            <a:off x="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p10"/>
          <p:cNvSpPr/>
          <p:nvPr/>
        </p:nvSpPr>
        <p:spPr>
          <a:xfrm>
            <a:off x="609585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7" name="Google Shape;2497;p10"/>
          <p:cNvSpPr/>
          <p:nvPr/>
        </p:nvSpPr>
        <p:spPr>
          <a:xfrm>
            <a:off x="121917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8" name="Google Shape;2498;p10"/>
          <p:cNvSpPr/>
          <p:nvPr/>
        </p:nvSpPr>
        <p:spPr>
          <a:xfrm>
            <a:off x="182875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9" name="Google Shape;2499;p10"/>
          <p:cNvSpPr/>
          <p:nvPr/>
        </p:nvSpPr>
        <p:spPr>
          <a:xfrm>
            <a:off x="243833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10"/>
          <p:cNvSpPr/>
          <p:nvPr/>
        </p:nvSpPr>
        <p:spPr>
          <a:xfrm>
            <a:off x="3047924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p10"/>
          <p:cNvSpPr/>
          <p:nvPr/>
        </p:nvSpPr>
        <p:spPr>
          <a:xfrm>
            <a:off x="3657509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10"/>
          <p:cNvSpPr/>
          <p:nvPr/>
        </p:nvSpPr>
        <p:spPr>
          <a:xfrm>
            <a:off x="426709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10"/>
          <p:cNvSpPr/>
          <p:nvPr/>
        </p:nvSpPr>
        <p:spPr>
          <a:xfrm>
            <a:off x="487667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p10"/>
          <p:cNvSpPr/>
          <p:nvPr/>
        </p:nvSpPr>
        <p:spPr>
          <a:xfrm>
            <a:off x="5486263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5" name="Google Shape;2505;p10"/>
          <p:cNvSpPr/>
          <p:nvPr/>
        </p:nvSpPr>
        <p:spPr>
          <a:xfrm>
            <a:off x="6095848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6" name="Google Shape;2506;p10"/>
          <p:cNvSpPr/>
          <p:nvPr/>
        </p:nvSpPr>
        <p:spPr>
          <a:xfrm>
            <a:off x="670543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p10"/>
          <p:cNvSpPr/>
          <p:nvPr/>
        </p:nvSpPr>
        <p:spPr>
          <a:xfrm>
            <a:off x="731501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8" name="Google Shape;2508;p10"/>
          <p:cNvSpPr/>
          <p:nvPr/>
        </p:nvSpPr>
        <p:spPr>
          <a:xfrm>
            <a:off x="7924602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9" name="Google Shape;2509;p10"/>
          <p:cNvSpPr/>
          <p:nvPr/>
        </p:nvSpPr>
        <p:spPr>
          <a:xfrm>
            <a:off x="8534187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10"/>
          <p:cNvSpPr/>
          <p:nvPr/>
        </p:nvSpPr>
        <p:spPr>
          <a:xfrm>
            <a:off x="914377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p10"/>
          <p:cNvSpPr/>
          <p:nvPr/>
        </p:nvSpPr>
        <p:spPr>
          <a:xfrm>
            <a:off x="975335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2" name="Google Shape;2512;p10"/>
          <p:cNvSpPr/>
          <p:nvPr/>
        </p:nvSpPr>
        <p:spPr>
          <a:xfrm>
            <a:off x="10362941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3" name="Google Shape;2513;p10"/>
          <p:cNvSpPr/>
          <p:nvPr/>
        </p:nvSpPr>
        <p:spPr>
          <a:xfrm>
            <a:off x="10972526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4" name="Google Shape;2514;p10"/>
          <p:cNvSpPr/>
          <p:nvPr/>
        </p:nvSpPr>
        <p:spPr>
          <a:xfrm>
            <a:off x="11582110" y="571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5" name="Google Shape;2515;p10"/>
          <p:cNvSpPr/>
          <p:nvPr/>
        </p:nvSpPr>
        <p:spPr>
          <a:xfrm>
            <a:off x="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p10"/>
          <p:cNvSpPr/>
          <p:nvPr/>
        </p:nvSpPr>
        <p:spPr>
          <a:xfrm>
            <a:off x="609585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7" name="Google Shape;2517;p10"/>
          <p:cNvSpPr/>
          <p:nvPr/>
        </p:nvSpPr>
        <p:spPr>
          <a:xfrm>
            <a:off x="121917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8" name="Google Shape;2518;p10"/>
          <p:cNvSpPr/>
          <p:nvPr/>
        </p:nvSpPr>
        <p:spPr>
          <a:xfrm>
            <a:off x="182875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9" name="Google Shape;2519;p10"/>
          <p:cNvSpPr/>
          <p:nvPr/>
        </p:nvSpPr>
        <p:spPr>
          <a:xfrm>
            <a:off x="243833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10"/>
          <p:cNvSpPr/>
          <p:nvPr/>
        </p:nvSpPr>
        <p:spPr>
          <a:xfrm>
            <a:off x="3047924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1" name="Google Shape;2521;p10"/>
          <p:cNvSpPr/>
          <p:nvPr/>
        </p:nvSpPr>
        <p:spPr>
          <a:xfrm>
            <a:off x="3657509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2" name="Google Shape;2522;p10"/>
          <p:cNvSpPr/>
          <p:nvPr/>
        </p:nvSpPr>
        <p:spPr>
          <a:xfrm>
            <a:off x="426709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p10"/>
          <p:cNvSpPr/>
          <p:nvPr/>
        </p:nvSpPr>
        <p:spPr>
          <a:xfrm>
            <a:off x="487667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4" name="Google Shape;2524;p10"/>
          <p:cNvSpPr/>
          <p:nvPr/>
        </p:nvSpPr>
        <p:spPr>
          <a:xfrm>
            <a:off x="5486263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10"/>
          <p:cNvSpPr/>
          <p:nvPr/>
        </p:nvSpPr>
        <p:spPr>
          <a:xfrm>
            <a:off x="6095848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6" name="Google Shape;2526;p10"/>
          <p:cNvSpPr/>
          <p:nvPr/>
        </p:nvSpPr>
        <p:spPr>
          <a:xfrm>
            <a:off x="670543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p10"/>
          <p:cNvSpPr/>
          <p:nvPr/>
        </p:nvSpPr>
        <p:spPr>
          <a:xfrm>
            <a:off x="731501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8" name="Google Shape;2528;p10"/>
          <p:cNvSpPr/>
          <p:nvPr/>
        </p:nvSpPr>
        <p:spPr>
          <a:xfrm>
            <a:off x="7924602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9" name="Google Shape;2529;p10"/>
          <p:cNvSpPr/>
          <p:nvPr/>
        </p:nvSpPr>
        <p:spPr>
          <a:xfrm>
            <a:off x="8534187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0" name="Google Shape;2530;p10"/>
          <p:cNvSpPr/>
          <p:nvPr/>
        </p:nvSpPr>
        <p:spPr>
          <a:xfrm>
            <a:off x="914377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1" name="Google Shape;2531;p10"/>
          <p:cNvSpPr/>
          <p:nvPr/>
        </p:nvSpPr>
        <p:spPr>
          <a:xfrm>
            <a:off x="975335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2" name="Google Shape;2532;p10"/>
          <p:cNvSpPr/>
          <p:nvPr/>
        </p:nvSpPr>
        <p:spPr>
          <a:xfrm>
            <a:off x="10362941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3" name="Google Shape;2533;p10"/>
          <p:cNvSpPr/>
          <p:nvPr/>
        </p:nvSpPr>
        <p:spPr>
          <a:xfrm>
            <a:off x="10972526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4" name="Google Shape;2534;p10"/>
          <p:cNvSpPr/>
          <p:nvPr/>
        </p:nvSpPr>
        <p:spPr>
          <a:xfrm>
            <a:off x="11582110" y="1143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p10"/>
          <p:cNvSpPr/>
          <p:nvPr/>
        </p:nvSpPr>
        <p:spPr>
          <a:xfrm>
            <a:off x="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6" name="Google Shape;2536;p10"/>
          <p:cNvSpPr/>
          <p:nvPr/>
        </p:nvSpPr>
        <p:spPr>
          <a:xfrm>
            <a:off x="609585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7" name="Google Shape;2537;p10"/>
          <p:cNvSpPr/>
          <p:nvPr/>
        </p:nvSpPr>
        <p:spPr>
          <a:xfrm>
            <a:off x="121917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8" name="Google Shape;2538;p10"/>
          <p:cNvSpPr/>
          <p:nvPr/>
        </p:nvSpPr>
        <p:spPr>
          <a:xfrm>
            <a:off x="182875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9" name="Google Shape;2539;p10"/>
          <p:cNvSpPr/>
          <p:nvPr/>
        </p:nvSpPr>
        <p:spPr>
          <a:xfrm>
            <a:off x="243833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0" name="Google Shape;2540;p10"/>
          <p:cNvSpPr/>
          <p:nvPr/>
        </p:nvSpPr>
        <p:spPr>
          <a:xfrm>
            <a:off x="3047924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1" name="Google Shape;2541;p10"/>
          <p:cNvSpPr/>
          <p:nvPr/>
        </p:nvSpPr>
        <p:spPr>
          <a:xfrm>
            <a:off x="3657509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2" name="Google Shape;2542;p10"/>
          <p:cNvSpPr/>
          <p:nvPr/>
        </p:nvSpPr>
        <p:spPr>
          <a:xfrm>
            <a:off x="426709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3" name="Google Shape;2543;p10"/>
          <p:cNvSpPr/>
          <p:nvPr/>
        </p:nvSpPr>
        <p:spPr>
          <a:xfrm>
            <a:off x="487667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4" name="Google Shape;2544;p10"/>
          <p:cNvSpPr/>
          <p:nvPr/>
        </p:nvSpPr>
        <p:spPr>
          <a:xfrm>
            <a:off x="5486263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5" name="Google Shape;2545;p10"/>
          <p:cNvSpPr/>
          <p:nvPr/>
        </p:nvSpPr>
        <p:spPr>
          <a:xfrm>
            <a:off x="6095848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6" name="Google Shape;2546;p10"/>
          <p:cNvSpPr/>
          <p:nvPr/>
        </p:nvSpPr>
        <p:spPr>
          <a:xfrm>
            <a:off x="670543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7" name="Google Shape;2547;p10"/>
          <p:cNvSpPr/>
          <p:nvPr/>
        </p:nvSpPr>
        <p:spPr>
          <a:xfrm>
            <a:off x="731501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8" name="Google Shape;2548;p10"/>
          <p:cNvSpPr/>
          <p:nvPr/>
        </p:nvSpPr>
        <p:spPr>
          <a:xfrm>
            <a:off x="7924602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9" name="Google Shape;2549;p10"/>
          <p:cNvSpPr/>
          <p:nvPr/>
        </p:nvSpPr>
        <p:spPr>
          <a:xfrm>
            <a:off x="8534187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0" name="Google Shape;2550;p10"/>
          <p:cNvSpPr/>
          <p:nvPr/>
        </p:nvSpPr>
        <p:spPr>
          <a:xfrm>
            <a:off x="914377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1" name="Google Shape;2551;p10"/>
          <p:cNvSpPr/>
          <p:nvPr/>
        </p:nvSpPr>
        <p:spPr>
          <a:xfrm>
            <a:off x="975335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2" name="Google Shape;2552;p10"/>
          <p:cNvSpPr/>
          <p:nvPr/>
        </p:nvSpPr>
        <p:spPr>
          <a:xfrm>
            <a:off x="10362941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3" name="Google Shape;2553;p10"/>
          <p:cNvSpPr/>
          <p:nvPr/>
        </p:nvSpPr>
        <p:spPr>
          <a:xfrm>
            <a:off x="10972526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4" name="Google Shape;2554;p10"/>
          <p:cNvSpPr/>
          <p:nvPr/>
        </p:nvSpPr>
        <p:spPr>
          <a:xfrm>
            <a:off x="11582110" y="1714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5" name="Google Shape;2555;p10"/>
          <p:cNvSpPr/>
          <p:nvPr/>
        </p:nvSpPr>
        <p:spPr>
          <a:xfrm>
            <a:off x="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p10"/>
          <p:cNvSpPr/>
          <p:nvPr/>
        </p:nvSpPr>
        <p:spPr>
          <a:xfrm>
            <a:off x="609585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7" name="Google Shape;2557;p10"/>
          <p:cNvSpPr/>
          <p:nvPr/>
        </p:nvSpPr>
        <p:spPr>
          <a:xfrm>
            <a:off x="121917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p10"/>
          <p:cNvSpPr/>
          <p:nvPr/>
        </p:nvSpPr>
        <p:spPr>
          <a:xfrm>
            <a:off x="182875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10"/>
          <p:cNvSpPr/>
          <p:nvPr/>
        </p:nvSpPr>
        <p:spPr>
          <a:xfrm>
            <a:off x="243833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0" name="Google Shape;2560;p10"/>
          <p:cNvSpPr/>
          <p:nvPr/>
        </p:nvSpPr>
        <p:spPr>
          <a:xfrm>
            <a:off x="3047924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p10"/>
          <p:cNvSpPr/>
          <p:nvPr/>
        </p:nvSpPr>
        <p:spPr>
          <a:xfrm>
            <a:off x="3657509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2" name="Google Shape;2562;p10"/>
          <p:cNvSpPr/>
          <p:nvPr/>
        </p:nvSpPr>
        <p:spPr>
          <a:xfrm>
            <a:off x="426709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3" name="Google Shape;2563;p10"/>
          <p:cNvSpPr/>
          <p:nvPr/>
        </p:nvSpPr>
        <p:spPr>
          <a:xfrm>
            <a:off x="487667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4" name="Google Shape;2564;p10"/>
          <p:cNvSpPr/>
          <p:nvPr/>
        </p:nvSpPr>
        <p:spPr>
          <a:xfrm>
            <a:off x="5486263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5" name="Google Shape;2565;p10"/>
          <p:cNvSpPr/>
          <p:nvPr/>
        </p:nvSpPr>
        <p:spPr>
          <a:xfrm>
            <a:off x="6095848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6" name="Google Shape;2566;p10"/>
          <p:cNvSpPr/>
          <p:nvPr/>
        </p:nvSpPr>
        <p:spPr>
          <a:xfrm>
            <a:off x="670543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10"/>
          <p:cNvSpPr/>
          <p:nvPr/>
        </p:nvSpPr>
        <p:spPr>
          <a:xfrm>
            <a:off x="731501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10"/>
          <p:cNvSpPr/>
          <p:nvPr/>
        </p:nvSpPr>
        <p:spPr>
          <a:xfrm>
            <a:off x="7924602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10"/>
          <p:cNvSpPr/>
          <p:nvPr/>
        </p:nvSpPr>
        <p:spPr>
          <a:xfrm>
            <a:off x="8534187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10"/>
          <p:cNvSpPr/>
          <p:nvPr/>
        </p:nvSpPr>
        <p:spPr>
          <a:xfrm>
            <a:off x="914377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10"/>
          <p:cNvSpPr/>
          <p:nvPr/>
        </p:nvSpPr>
        <p:spPr>
          <a:xfrm>
            <a:off x="975335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p10"/>
          <p:cNvSpPr/>
          <p:nvPr/>
        </p:nvSpPr>
        <p:spPr>
          <a:xfrm>
            <a:off x="10362941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3" name="Google Shape;2573;p10"/>
          <p:cNvSpPr/>
          <p:nvPr/>
        </p:nvSpPr>
        <p:spPr>
          <a:xfrm>
            <a:off x="10972526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10"/>
          <p:cNvSpPr/>
          <p:nvPr/>
        </p:nvSpPr>
        <p:spPr>
          <a:xfrm>
            <a:off x="11582110" y="2286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p10"/>
          <p:cNvSpPr/>
          <p:nvPr/>
        </p:nvSpPr>
        <p:spPr>
          <a:xfrm>
            <a:off x="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6" name="Google Shape;2576;p10"/>
          <p:cNvSpPr/>
          <p:nvPr/>
        </p:nvSpPr>
        <p:spPr>
          <a:xfrm>
            <a:off x="609585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7" name="Google Shape;2577;p10"/>
          <p:cNvSpPr/>
          <p:nvPr/>
        </p:nvSpPr>
        <p:spPr>
          <a:xfrm>
            <a:off x="121917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8" name="Google Shape;2578;p10"/>
          <p:cNvSpPr/>
          <p:nvPr/>
        </p:nvSpPr>
        <p:spPr>
          <a:xfrm>
            <a:off x="182875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9" name="Google Shape;2579;p10"/>
          <p:cNvSpPr/>
          <p:nvPr/>
        </p:nvSpPr>
        <p:spPr>
          <a:xfrm>
            <a:off x="243833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p10"/>
          <p:cNvSpPr/>
          <p:nvPr/>
        </p:nvSpPr>
        <p:spPr>
          <a:xfrm>
            <a:off x="3047924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1" name="Google Shape;2581;p10"/>
          <p:cNvSpPr/>
          <p:nvPr/>
        </p:nvSpPr>
        <p:spPr>
          <a:xfrm>
            <a:off x="3657509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2" name="Google Shape;2582;p10"/>
          <p:cNvSpPr/>
          <p:nvPr/>
        </p:nvSpPr>
        <p:spPr>
          <a:xfrm>
            <a:off x="426709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3" name="Google Shape;2583;p10"/>
          <p:cNvSpPr/>
          <p:nvPr/>
        </p:nvSpPr>
        <p:spPr>
          <a:xfrm>
            <a:off x="487667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10"/>
          <p:cNvSpPr/>
          <p:nvPr/>
        </p:nvSpPr>
        <p:spPr>
          <a:xfrm>
            <a:off x="5486263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5" name="Google Shape;2585;p10"/>
          <p:cNvSpPr/>
          <p:nvPr/>
        </p:nvSpPr>
        <p:spPr>
          <a:xfrm>
            <a:off x="6095848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p10"/>
          <p:cNvSpPr/>
          <p:nvPr/>
        </p:nvSpPr>
        <p:spPr>
          <a:xfrm>
            <a:off x="670543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p10"/>
          <p:cNvSpPr/>
          <p:nvPr/>
        </p:nvSpPr>
        <p:spPr>
          <a:xfrm>
            <a:off x="731501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8" name="Google Shape;2588;p10"/>
          <p:cNvSpPr/>
          <p:nvPr/>
        </p:nvSpPr>
        <p:spPr>
          <a:xfrm>
            <a:off x="7924602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p10"/>
          <p:cNvSpPr/>
          <p:nvPr/>
        </p:nvSpPr>
        <p:spPr>
          <a:xfrm>
            <a:off x="8534187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10"/>
          <p:cNvSpPr/>
          <p:nvPr/>
        </p:nvSpPr>
        <p:spPr>
          <a:xfrm>
            <a:off x="914377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1" name="Google Shape;2591;p10"/>
          <p:cNvSpPr/>
          <p:nvPr/>
        </p:nvSpPr>
        <p:spPr>
          <a:xfrm>
            <a:off x="975335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2" name="Google Shape;2592;p10"/>
          <p:cNvSpPr/>
          <p:nvPr/>
        </p:nvSpPr>
        <p:spPr>
          <a:xfrm>
            <a:off x="10362941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3" name="Google Shape;2593;p10"/>
          <p:cNvSpPr/>
          <p:nvPr/>
        </p:nvSpPr>
        <p:spPr>
          <a:xfrm>
            <a:off x="10972526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4" name="Google Shape;2594;p10"/>
          <p:cNvSpPr/>
          <p:nvPr/>
        </p:nvSpPr>
        <p:spPr>
          <a:xfrm>
            <a:off x="11582110" y="2857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5" name="Google Shape;2595;p10"/>
          <p:cNvSpPr/>
          <p:nvPr/>
        </p:nvSpPr>
        <p:spPr>
          <a:xfrm>
            <a:off x="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10"/>
          <p:cNvSpPr/>
          <p:nvPr/>
        </p:nvSpPr>
        <p:spPr>
          <a:xfrm>
            <a:off x="609585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7" name="Google Shape;2597;p10"/>
          <p:cNvSpPr/>
          <p:nvPr/>
        </p:nvSpPr>
        <p:spPr>
          <a:xfrm>
            <a:off x="121917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10"/>
          <p:cNvSpPr/>
          <p:nvPr/>
        </p:nvSpPr>
        <p:spPr>
          <a:xfrm>
            <a:off x="182875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9" name="Google Shape;2599;p10"/>
          <p:cNvSpPr/>
          <p:nvPr/>
        </p:nvSpPr>
        <p:spPr>
          <a:xfrm>
            <a:off x="243833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p10"/>
          <p:cNvSpPr/>
          <p:nvPr/>
        </p:nvSpPr>
        <p:spPr>
          <a:xfrm>
            <a:off x="3047924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10"/>
          <p:cNvSpPr/>
          <p:nvPr/>
        </p:nvSpPr>
        <p:spPr>
          <a:xfrm>
            <a:off x="3657509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10"/>
          <p:cNvSpPr/>
          <p:nvPr/>
        </p:nvSpPr>
        <p:spPr>
          <a:xfrm>
            <a:off x="426709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3" name="Google Shape;2603;p10"/>
          <p:cNvSpPr/>
          <p:nvPr/>
        </p:nvSpPr>
        <p:spPr>
          <a:xfrm>
            <a:off x="487667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10"/>
          <p:cNvSpPr/>
          <p:nvPr/>
        </p:nvSpPr>
        <p:spPr>
          <a:xfrm>
            <a:off x="5486263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5" name="Google Shape;2605;p10"/>
          <p:cNvSpPr/>
          <p:nvPr/>
        </p:nvSpPr>
        <p:spPr>
          <a:xfrm>
            <a:off x="6095848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10"/>
          <p:cNvSpPr/>
          <p:nvPr/>
        </p:nvSpPr>
        <p:spPr>
          <a:xfrm>
            <a:off x="670543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7" name="Google Shape;2607;p10"/>
          <p:cNvSpPr/>
          <p:nvPr/>
        </p:nvSpPr>
        <p:spPr>
          <a:xfrm>
            <a:off x="731501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8" name="Google Shape;2608;p10"/>
          <p:cNvSpPr/>
          <p:nvPr/>
        </p:nvSpPr>
        <p:spPr>
          <a:xfrm>
            <a:off x="7924602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9" name="Google Shape;2609;p10"/>
          <p:cNvSpPr/>
          <p:nvPr/>
        </p:nvSpPr>
        <p:spPr>
          <a:xfrm>
            <a:off x="8534187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0" name="Google Shape;2610;p10"/>
          <p:cNvSpPr/>
          <p:nvPr/>
        </p:nvSpPr>
        <p:spPr>
          <a:xfrm>
            <a:off x="914377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1" name="Google Shape;2611;p10"/>
          <p:cNvSpPr/>
          <p:nvPr/>
        </p:nvSpPr>
        <p:spPr>
          <a:xfrm>
            <a:off x="975335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2" name="Google Shape;2612;p10"/>
          <p:cNvSpPr/>
          <p:nvPr/>
        </p:nvSpPr>
        <p:spPr>
          <a:xfrm>
            <a:off x="10362941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p10"/>
          <p:cNvSpPr/>
          <p:nvPr/>
        </p:nvSpPr>
        <p:spPr>
          <a:xfrm>
            <a:off x="10972526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p10"/>
          <p:cNvSpPr/>
          <p:nvPr/>
        </p:nvSpPr>
        <p:spPr>
          <a:xfrm>
            <a:off x="11582110" y="3429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5" name="Google Shape;2615;p10"/>
          <p:cNvSpPr/>
          <p:nvPr/>
        </p:nvSpPr>
        <p:spPr>
          <a:xfrm>
            <a:off x="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6" name="Google Shape;2616;p10"/>
          <p:cNvSpPr/>
          <p:nvPr/>
        </p:nvSpPr>
        <p:spPr>
          <a:xfrm>
            <a:off x="609585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10"/>
          <p:cNvSpPr/>
          <p:nvPr/>
        </p:nvSpPr>
        <p:spPr>
          <a:xfrm>
            <a:off x="121917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10"/>
          <p:cNvSpPr/>
          <p:nvPr/>
        </p:nvSpPr>
        <p:spPr>
          <a:xfrm>
            <a:off x="182875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p10"/>
          <p:cNvSpPr/>
          <p:nvPr/>
        </p:nvSpPr>
        <p:spPr>
          <a:xfrm>
            <a:off x="243833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10"/>
          <p:cNvSpPr/>
          <p:nvPr/>
        </p:nvSpPr>
        <p:spPr>
          <a:xfrm>
            <a:off x="3047924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1" name="Google Shape;2621;p10"/>
          <p:cNvSpPr/>
          <p:nvPr/>
        </p:nvSpPr>
        <p:spPr>
          <a:xfrm>
            <a:off x="3657509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p10"/>
          <p:cNvSpPr/>
          <p:nvPr/>
        </p:nvSpPr>
        <p:spPr>
          <a:xfrm>
            <a:off x="426709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10"/>
          <p:cNvSpPr/>
          <p:nvPr/>
        </p:nvSpPr>
        <p:spPr>
          <a:xfrm>
            <a:off x="487667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4" name="Google Shape;2624;p10"/>
          <p:cNvSpPr/>
          <p:nvPr/>
        </p:nvSpPr>
        <p:spPr>
          <a:xfrm>
            <a:off x="5486263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5" name="Google Shape;2625;p10"/>
          <p:cNvSpPr/>
          <p:nvPr/>
        </p:nvSpPr>
        <p:spPr>
          <a:xfrm>
            <a:off x="6095848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6" name="Google Shape;2626;p10"/>
          <p:cNvSpPr/>
          <p:nvPr/>
        </p:nvSpPr>
        <p:spPr>
          <a:xfrm>
            <a:off x="670543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7" name="Google Shape;2627;p10"/>
          <p:cNvSpPr/>
          <p:nvPr/>
        </p:nvSpPr>
        <p:spPr>
          <a:xfrm>
            <a:off x="731501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8" name="Google Shape;2628;p10"/>
          <p:cNvSpPr/>
          <p:nvPr/>
        </p:nvSpPr>
        <p:spPr>
          <a:xfrm>
            <a:off x="7924602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9" name="Google Shape;2629;p10"/>
          <p:cNvSpPr/>
          <p:nvPr/>
        </p:nvSpPr>
        <p:spPr>
          <a:xfrm>
            <a:off x="8534187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0" name="Google Shape;2630;p10"/>
          <p:cNvSpPr/>
          <p:nvPr/>
        </p:nvSpPr>
        <p:spPr>
          <a:xfrm>
            <a:off x="914377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1" name="Google Shape;2631;p10"/>
          <p:cNvSpPr/>
          <p:nvPr/>
        </p:nvSpPr>
        <p:spPr>
          <a:xfrm>
            <a:off x="975335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2" name="Google Shape;2632;p10"/>
          <p:cNvSpPr/>
          <p:nvPr/>
        </p:nvSpPr>
        <p:spPr>
          <a:xfrm>
            <a:off x="10362941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3" name="Google Shape;2633;p10"/>
          <p:cNvSpPr/>
          <p:nvPr/>
        </p:nvSpPr>
        <p:spPr>
          <a:xfrm>
            <a:off x="10972526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4" name="Google Shape;2634;p10"/>
          <p:cNvSpPr/>
          <p:nvPr/>
        </p:nvSpPr>
        <p:spPr>
          <a:xfrm>
            <a:off x="11582110" y="4000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5" name="Google Shape;2635;p10"/>
          <p:cNvSpPr/>
          <p:nvPr/>
        </p:nvSpPr>
        <p:spPr>
          <a:xfrm>
            <a:off x="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6" name="Google Shape;2636;p10"/>
          <p:cNvSpPr/>
          <p:nvPr/>
        </p:nvSpPr>
        <p:spPr>
          <a:xfrm>
            <a:off x="609585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7" name="Google Shape;2637;p10"/>
          <p:cNvSpPr/>
          <p:nvPr/>
        </p:nvSpPr>
        <p:spPr>
          <a:xfrm>
            <a:off x="121917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8" name="Google Shape;2638;p10"/>
          <p:cNvSpPr/>
          <p:nvPr/>
        </p:nvSpPr>
        <p:spPr>
          <a:xfrm>
            <a:off x="182875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9" name="Google Shape;2639;p10"/>
          <p:cNvSpPr/>
          <p:nvPr/>
        </p:nvSpPr>
        <p:spPr>
          <a:xfrm>
            <a:off x="243833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0" name="Google Shape;2640;p10"/>
          <p:cNvSpPr/>
          <p:nvPr/>
        </p:nvSpPr>
        <p:spPr>
          <a:xfrm>
            <a:off x="3047924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1" name="Google Shape;2641;p10"/>
          <p:cNvSpPr/>
          <p:nvPr/>
        </p:nvSpPr>
        <p:spPr>
          <a:xfrm>
            <a:off x="3657509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2" name="Google Shape;2642;p10"/>
          <p:cNvSpPr/>
          <p:nvPr/>
        </p:nvSpPr>
        <p:spPr>
          <a:xfrm>
            <a:off x="426709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3" name="Google Shape;2643;p10"/>
          <p:cNvSpPr/>
          <p:nvPr/>
        </p:nvSpPr>
        <p:spPr>
          <a:xfrm>
            <a:off x="487667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4" name="Google Shape;2644;p10"/>
          <p:cNvSpPr/>
          <p:nvPr/>
        </p:nvSpPr>
        <p:spPr>
          <a:xfrm>
            <a:off x="5486263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p10"/>
          <p:cNvSpPr/>
          <p:nvPr/>
        </p:nvSpPr>
        <p:spPr>
          <a:xfrm>
            <a:off x="6095848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p10"/>
          <p:cNvSpPr/>
          <p:nvPr/>
        </p:nvSpPr>
        <p:spPr>
          <a:xfrm>
            <a:off x="670543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10"/>
          <p:cNvSpPr/>
          <p:nvPr/>
        </p:nvSpPr>
        <p:spPr>
          <a:xfrm>
            <a:off x="731501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8" name="Google Shape;2648;p10"/>
          <p:cNvSpPr/>
          <p:nvPr/>
        </p:nvSpPr>
        <p:spPr>
          <a:xfrm>
            <a:off x="7924602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10"/>
          <p:cNvSpPr/>
          <p:nvPr/>
        </p:nvSpPr>
        <p:spPr>
          <a:xfrm>
            <a:off x="8534187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10"/>
          <p:cNvSpPr/>
          <p:nvPr/>
        </p:nvSpPr>
        <p:spPr>
          <a:xfrm>
            <a:off x="914377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10"/>
          <p:cNvSpPr/>
          <p:nvPr/>
        </p:nvSpPr>
        <p:spPr>
          <a:xfrm>
            <a:off x="975335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p10"/>
          <p:cNvSpPr/>
          <p:nvPr/>
        </p:nvSpPr>
        <p:spPr>
          <a:xfrm>
            <a:off x="10362941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p10"/>
          <p:cNvSpPr/>
          <p:nvPr/>
        </p:nvSpPr>
        <p:spPr>
          <a:xfrm>
            <a:off x="10972526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10"/>
          <p:cNvSpPr/>
          <p:nvPr/>
        </p:nvSpPr>
        <p:spPr>
          <a:xfrm>
            <a:off x="11582110" y="4572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10"/>
          <p:cNvSpPr/>
          <p:nvPr/>
        </p:nvSpPr>
        <p:spPr>
          <a:xfrm>
            <a:off x="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10"/>
          <p:cNvSpPr/>
          <p:nvPr/>
        </p:nvSpPr>
        <p:spPr>
          <a:xfrm>
            <a:off x="609585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10"/>
          <p:cNvSpPr/>
          <p:nvPr/>
        </p:nvSpPr>
        <p:spPr>
          <a:xfrm>
            <a:off x="121917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p10"/>
          <p:cNvSpPr/>
          <p:nvPr/>
        </p:nvSpPr>
        <p:spPr>
          <a:xfrm>
            <a:off x="182875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10"/>
          <p:cNvSpPr/>
          <p:nvPr/>
        </p:nvSpPr>
        <p:spPr>
          <a:xfrm>
            <a:off x="243833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10"/>
          <p:cNvSpPr/>
          <p:nvPr/>
        </p:nvSpPr>
        <p:spPr>
          <a:xfrm>
            <a:off x="3047924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10"/>
          <p:cNvSpPr/>
          <p:nvPr/>
        </p:nvSpPr>
        <p:spPr>
          <a:xfrm>
            <a:off x="3657509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10"/>
          <p:cNvSpPr/>
          <p:nvPr/>
        </p:nvSpPr>
        <p:spPr>
          <a:xfrm>
            <a:off x="426709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10"/>
          <p:cNvSpPr/>
          <p:nvPr/>
        </p:nvSpPr>
        <p:spPr>
          <a:xfrm>
            <a:off x="487667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10"/>
          <p:cNvSpPr/>
          <p:nvPr/>
        </p:nvSpPr>
        <p:spPr>
          <a:xfrm>
            <a:off x="5486263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10"/>
          <p:cNvSpPr/>
          <p:nvPr/>
        </p:nvSpPr>
        <p:spPr>
          <a:xfrm>
            <a:off x="6095848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6" name="Google Shape;2666;p10"/>
          <p:cNvSpPr/>
          <p:nvPr/>
        </p:nvSpPr>
        <p:spPr>
          <a:xfrm>
            <a:off x="670543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p10"/>
          <p:cNvSpPr/>
          <p:nvPr/>
        </p:nvSpPr>
        <p:spPr>
          <a:xfrm>
            <a:off x="731501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8" name="Google Shape;2668;p10"/>
          <p:cNvSpPr/>
          <p:nvPr/>
        </p:nvSpPr>
        <p:spPr>
          <a:xfrm>
            <a:off x="7924602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9" name="Google Shape;2669;p10"/>
          <p:cNvSpPr/>
          <p:nvPr/>
        </p:nvSpPr>
        <p:spPr>
          <a:xfrm>
            <a:off x="8534187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0" name="Google Shape;2670;p10"/>
          <p:cNvSpPr/>
          <p:nvPr/>
        </p:nvSpPr>
        <p:spPr>
          <a:xfrm>
            <a:off x="914377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p10"/>
          <p:cNvSpPr/>
          <p:nvPr/>
        </p:nvSpPr>
        <p:spPr>
          <a:xfrm>
            <a:off x="975335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2" name="Google Shape;2672;p10"/>
          <p:cNvSpPr/>
          <p:nvPr/>
        </p:nvSpPr>
        <p:spPr>
          <a:xfrm>
            <a:off x="10362941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p10"/>
          <p:cNvSpPr/>
          <p:nvPr/>
        </p:nvSpPr>
        <p:spPr>
          <a:xfrm>
            <a:off x="10972526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4" name="Google Shape;2674;p10"/>
          <p:cNvSpPr/>
          <p:nvPr/>
        </p:nvSpPr>
        <p:spPr>
          <a:xfrm>
            <a:off x="11582110" y="5143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5" name="Google Shape;2675;p10"/>
          <p:cNvSpPr/>
          <p:nvPr/>
        </p:nvSpPr>
        <p:spPr>
          <a:xfrm>
            <a:off x="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6" name="Google Shape;2676;p10"/>
          <p:cNvSpPr/>
          <p:nvPr/>
        </p:nvSpPr>
        <p:spPr>
          <a:xfrm>
            <a:off x="609585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7" name="Google Shape;2677;p10"/>
          <p:cNvSpPr/>
          <p:nvPr/>
        </p:nvSpPr>
        <p:spPr>
          <a:xfrm>
            <a:off x="121917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8" name="Google Shape;2678;p10"/>
          <p:cNvSpPr/>
          <p:nvPr/>
        </p:nvSpPr>
        <p:spPr>
          <a:xfrm>
            <a:off x="182875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9" name="Google Shape;2679;p10"/>
          <p:cNvSpPr/>
          <p:nvPr/>
        </p:nvSpPr>
        <p:spPr>
          <a:xfrm>
            <a:off x="243833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0" name="Google Shape;2680;p10"/>
          <p:cNvSpPr/>
          <p:nvPr/>
        </p:nvSpPr>
        <p:spPr>
          <a:xfrm>
            <a:off x="3047924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p10"/>
          <p:cNvSpPr/>
          <p:nvPr/>
        </p:nvSpPr>
        <p:spPr>
          <a:xfrm>
            <a:off x="3657509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2" name="Google Shape;2682;p10"/>
          <p:cNvSpPr/>
          <p:nvPr/>
        </p:nvSpPr>
        <p:spPr>
          <a:xfrm>
            <a:off x="426709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3" name="Google Shape;2683;p10"/>
          <p:cNvSpPr/>
          <p:nvPr/>
        </p:nvSpPr>
        <p:spPr>
          <a:xfrm>
            <a:off x="487667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p10"/>
          <p:cNvSpPr/>
          <p:nvPr/>
        </p:nvSpPr>
        <p:spPr>
          <a:xfrm>
            <a:off x="5486263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10"/>
          <p:cNvSpPr/>
          <p:nvPr/>
        </p:nvSpPr>
        <p:spPr>
          <a:xfrm>
            <a:off x="6095848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10"/>
          <p:cNvSpPr/>
          <p:nvPr/>
        </p:nvSpPr>
        <p:spPr>
          <a:xfrm>
            <a:off x="670543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10"/>
          <p:cNvSpPr/>
          <p:nvPr/>
        </p:nvSpPr>
        <p:spPr>
          <a:xfrm>
            <a:off x="731501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p10"/>
          <p:cNvSpPr/>
          <p:nvPr/>
        </p:nvSpPr>
        <p:spPr>
          <a:xfrm>
            <a:off x="7924602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9" name="Google Shape;2689;p10"/>
          <p:cNvSpPr/>
          <p:nvPr/>
        </p:nvSpPr>
        <p:spPr>
          <a:xfrm>
            <a:off x="8534187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p10"/>
          <p:cNvSpPr/>
          <p:nvPr/>
        </p:nvSpPr>
        <p:spPr>
          <a:xfrm>
            <a:off x="914377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1" name="Google Shape;2691;p10"/>
          <p:cNvSpPr/>
          <p:nvPr/>
        </p:nvSpPr>
        <p:spPr>
          <a:xfrm>
            <a:off x="975335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10"/>
          <p:cNvSpPr/>
          <p:nvPr/>
        </p:nvSpPr>
        <p:spPr>
          <a:xfrm>
            <a:off x="10362941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p10"/>
          <p:cNvSpPr/>
          <p:nvPr/>
        </p:nvSpPr>
        <p:spPr>
          <a:xfrm>
            <a:off x="10972526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10"/>
          <p:cNvSpPr/>
          <p:nvPr/>
        </p:nvSpPr>
        <p:spPr>
          <a:xfrm>
            <a:off x="11582110" y="57150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5" name="Google Shape;2695;p10"/>
          <p:cNvSpPr/>
          <p:nvPr/>
        </p:nvSpPr>
        <p:spPr>
          <a:xfrm>
            <a:off x="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10"/>
          <p:cNvSpPr/>
          <p:nvPr/>
        </p:nvSpPr>
        <p:spPr>
          <a:xfrm>
            <a:off x="609585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7" name="Google Shape;2697;p10"/>
          <p:cNvSpPr/>
          <p:nvPr/>
        </p:nvSpPr>
        <p:spPr>
          <a:xfrm>
            <a:off x="121917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8" name="Google Shape;2698;p10"/>
          <p:cNvSpPr/>
          <p:nvPr/>
        </p:nvSpPr>
        <p:spPr>
          <a:xfrm>
            <a:off x="182875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9" name="Google Shape;2699;p10"/>
          <p:cNvSpPr/>
          <p:nvPr/>
        </p:nvSpPr>
        <p:spPr>
          <a:xfrm>
            <a:off x="243833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p10"/>
          <p:cNvSpPr/>
          <p:nvPr/>
        </p:nvSpPr>
        <p:spPr>
          <a:xfrm>
            <a:off x="3047924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p10"/>
          <p:cNvSpPr/>
          <p:nvPr/>
        </p:nvSpPr>
        <p:spPr>
          <a:xfrm>
            <a:off x="3657509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2" name="Google Shape;2702;p10"/>
          <p:cNvSpPr/>
          <p:nvPr/>
        </p:nvSpPr>
        <p:spPr>
          <a:xfrm>
            <a:off x="426709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3" name="Google Shape;2703;p10"/>
          <p:cNvSpPr/>
          <p:nvPr/>
        </p:nvSpPr>
        <p:spPr>
          <a:xfrm>
            <a:off x="487667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4" name="Google Shape;2704;p10"/>
          <p:cNvSpPr/>
          <p:nvPr/>
        </p:nvSpPr>
        <p:spPr>
          <a:xfrm>
            <a:off x="5486263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5" name="Google Shape;2705;p10"/>
          <p:cNvSpPr/>
          <p:nvPr/>
        </p:nvSpPr>
        <p:spPr>
          <a:xfrm>
            <a:off x="6095848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6" name="Google Shape;2706;p10"/>
          <p:cNvSpPr/>
          <p:nvPr/>
        </p:nvSpPr>
        <p:spPr>
          <a:xfrm>
            <a:off x="670543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7" name="Google Shape;2707;p10"/>
          <p:cNvSpPr/>
          <p:nvPr/>
        </p:nvSpPr>
        <p:spPr>
          <a:xfrm>
            <a:off x="731501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10"/>
          <p:cNvSpPr/>
          <p:nvPr/>
        </p:nvSpPr>
        <p:spPr>
          <a:xfrm>
            <a:off x="7924602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9" name="Google Shape;2709;p10"/>
          <p:cNvSpPr/>
          <p:nvPr/>
        </p:nvSpPr>
        <p:spPr>
          <a:xfrm>
            <a:off x="8534187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0" name="Google Shape;2710;p10"/>
          <p:cNvSpPr/>
          <p:nvPr/>
        </p:nvSpPr>
        <p:spPr>
          <a:xfrm>
            <a:off x="914377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1" name="Google Shape;2711;p10"/>
          <p:cNvSpPr/>
          <p:nvPr/>
        </p:nvSpPr>
        <p:spPr>
          <a:xfrm>
            <a:off x="975335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2" name="Google Shape;2712;p10"/>
          <p:cNvSpPr/>
          <p:nvPr/>
        </p:nvSpPr>
        <p:spPr>
          <a:xfrm>
            <a:off x="10362941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3" name="Google Shape;2713;p10"/>
          <p:cNvSpPr/>
          <p:nvPr/>
        </p:nvSpPr>
        <p:spPr>
          <a:xfrm>
            <a:off x="10972526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p10"/>
          <p:cNvSpPr/>
          <p:nvPr/>
        </p:nvSpPr>
        <p:spPr>
          <a:xfrm>
            <a:off x="11582110" y="6286500"/>
            <a:ext cx="18288" cy="18288"/>
          </a:xfrm>
          <a:prstGeom prst="ellipse">
            <a:avLst/>
          </a:prstGeom>
          <a:solidFill>
            <a:srgbClr val="234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_cap_blue.png" id="2715" name="Google Shape;27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73736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6" name="Google Shape;2716;p10"/>
          <p:cNvSpPr/>
          <p:nvPr/>
        </p:nvSpPr>
        <p:spPr>
          <a:xfrm>
            <a:off x="3931920" y="1874520"/>
            <a:ext cx="7589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7" name="Google Shape;2717;p10"/>
          <p:cNvSpPr/>
          <p:nvPr/>
        </p:nvSpPr>
        <p:spPr>
          <a:xfrm>
            <a:off x="3931920" y="278892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 Grade Manager — Any questions?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8" name="Google Shape;2718;p10"/>
          <p:cNvSpPr/>
          <p:nvPr/>
        </p:nvSpPr>
        <p:spPr>
          <a:xfrm>
            <a:off x="3931920" y="3520440"/>
            <a:ext cx="7589520" cy="2377440"/>
          </a:xfrm>
          <a:prstGeom prst="roundRect">
            <a:avLst>
              <a:gd fmla="val 3077" name="adj"/>
            </a:avLst>
          </a:prstGeom>
          <a:solidFill>
            <a:srgbClr val="12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9" name="Google Shape;2719;p10"/>
          <p:cNvSpPr/>
          <p:nvPr/>
        </p:nvSpPr>
        <p:spPr>
          <a:xfrm>
            <a:off x="4160520" y="3675888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What it does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0" name="Google Shape;2720;p10"/>
          <p:cNvSpPr/>
          <p:nvPr/>
        </p:nvSpPr>
        <p:spPr>
          <a:xfrm>
            <a:off x="4160520" y="4023360"/>
            <a:ext cx="7132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Stores students, validates grades, calculates averages and letter grades, then searches, updates, ranks and summarizes the class.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1" name="Google Shape;2721;p10"/>
          <p:cNvSpPr/>
          <p:nvPr/>
        </p:nvSpPr>
        <p:spPr>
          <a:xfrm>
            <a:off x="4160520" y="480060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0F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90FA"/>
                </a:solidFill>
                <a:latin typeface="Calibri"/>
                <a:ea typeface="Calibri"/>
                <a:cs typeface="Calibri"/>
                <a:sym typeface="Calibri"/>
              </a:rPr>
              <a:t>What I practiced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2" name="Google Shape;2722;p10"/>
          <p:cNvSpPr/>
          <p:nvPr/>
        </p:nvSpPr>
        <p:spPr>
          <a:xfrm>
            <a:off x="4160520" y="5148072"/>
            <a:ext cx="7132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Functions with parameters &amp; return values, lists of dictionaries, while/for loops, if/elif/else, try/except validation, and a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nested loop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3" name="Google Shape;2723;p10"/>
          <p:cNvSpPr/>
          <p:nvPr/>
        </p:nvSpPr>
        <p:spPr>
          <a:xfrm>
            <a:off x="822960" y="6035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2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FC2DE"/>
                </a:solidFill>
                <a:latin typeface="Calibri"/>
                <a:ea typeface="Calibri"/>
                <a:cs typeface="Calibri"/>
                <a:sym typeface="Calibri"/>
              </a:rPr>
              <a:t>Made with Code </a:t>
            </a:r>
            <a:r>
              <a:rPr lang="en-US" sz="1200">
                <a:solidFill>
                  <a:srgbClr val="AFC2DE"/>
                </a:solidFill>
                <a:latin typeface="Calibri"/>
                <a:ea typeface="Calibri"/>
                <a:cs typeface="Calibri"/>
                <a:sym typeface="Calibri"/>
              </a:rPr>
              <a:t>404</a:t>
            </a:r>
            <a:r>
              <a:rPr b="0" i="0" lang="en-US" sz="1200" u="none" cap="none" strike="noStrike">
                <a:solidFill>
                  <a:srgbClr val="AFC2D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rgbClr val="AFC2DE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2026-09-22T00:07:46Z</dcterms:created>
  <dc:creator>PptxGenJS</dc:creator>
</cp:coreProperties>
</file>